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7" r:id="rId1"/>
    <p:sldMasterId id="2147483648" r:id="rId2"/>
  </p:sldMasterIdLst>
  <p:notesMasterIdLst>
    <p:notesMasterId r:id="rId20"/>
  </p:notesMasterIdLst>
  <p:sldIdLst>
    <p:sldId id="338" r:id="rId3"/>
    <p:sldId id="280" r:id="rId4"/>
    <p:sldId id="367" r:id="rId5"/>
    <p:sldId id="366" r:id="rId6"/>
    <p:sldId id="369" r:id="rId7"/>
    <p:sldId id="368" r:id="rId8"/>
    <p:sldId id="359" r:id="rId9"/>
    <p:sldId id="371" r:id="rId10"/>
    <p:sldId id="388" r:id="rId11"/>
    <p:sldId id="386" r:id="rId12"/>
    <p:sldId id="344" r:id="rId13"/>
    <p:sldId id="375" r:id="rId14"/>
    <p:sldId id="387" r:id="rId15"/>
    <p:sldId id="349" r:id="rId16"/>
    <p:sldId id="373" r:id="rId17"/>
    <p:sldId id="365" r:id="rId18"/>
    <p:sldId id="374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55BD0"/>
    <a:srgbClr val="000000"/>
    <a:srgbClr val="F0F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70845" autoAdjust="0"/>
  </p:normalViewPr>
  <p:slideViewPr>
    <p:cSldViewPr>
      <p:cViewPr varScale="1">
        <p:scale>
          <a:sx n="79" d="100"/>
          <a:sy n="79" d="100"/>
        </p:scale>
        <p:origin x="60" y="24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E60D3-A6F8-4B4E-9089-0C1AE9913A52}" type="datetimeFigureOut">
              <a:rPr lang="en-NL" smtClean="0"/>
              <a:t>09/28/2026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CEC1A6-E47E-DF40-AB98-F2DD289AC48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9256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ood</a:t>
            </a:r>
            <a:r>
              <a:rPr lang="nl-NL" dirty="0"/>
              <a:t> </a:t>
            </a:r>
            <a:r>
              <a:rPr lang="nl-NL" dirty="0" err="1"/>
              <a:t>morning</a:t>
            </a:r>
            <a:r>
              <a:rPr lang="nl-NL" dirty="0"/>
              <a:t> </a:t>
            </a:r>
            <a:r>
              <a:rPr lang="nl-NL" dirty="0" err="1"/>
              <a:t>everyone</a:t>
            </a:r>
            <a:r>
              <a:rPr lang="nl-NL" dirty="0"/>
              <a:t>.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thanks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time </a:t>
            </a:r>
            <a:r>
              <a:rPr lang="nl-NL" dirty="0" err="1"/>
              <a:t>today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90172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Before</a:t>
            </a:r>
            <a:r>
              <a:rPr lang="nl-NL" dirty="0"/>
              <a:t> I start, a </a:t>
            </a:r>
            <a:r>
              <a:rPr lang="nl-NL" dirty="0" err="1"/>
              <a:t>quick</a:t>
            </a:r>
            <a:r>
              <a:rPr lang="nl-NL" dirty="0"/>
              <a:t> map of </a:t>
            </a:r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sits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my</a:t>
            </a:r>
            <a:r>
              <a:rPr lang="nl-NL" dirty="0"/>
              <a:t> </a:t>
            </a:r>
            <a:r>
              <a:rPr lang="nl-NL" dirty="0" err="1"/>
              <a:t>envolvement</a:t>
            </a:r>
            <a:r>
              <a:rPr lang="nl-NL" dirty="0"/>
              <a:t> in different </a:t>
            </a:r>
            <a:r>
              <a:rPr lang="nl-NL" dirty="0" err="1"/>
              <a:t>projects</a:t>
            </a:r>
            <a:r>
              <a:rPr lang="nl-NL" dirty="0"/>
              <a:t>. We are </a:t>
            </a:r>
            <a:r>
              <a:rPr lang="nl-NL" dirty="0" err="1"/>
              <a:t>currently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engine </a:t>
            </a:r>
            <a:r>
              <a:rPr lang="nl-NL" dirty="0" err="1"/>
              <a:t>behind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modeling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analysis in </a:t>
            </a:r>
            <a:r>
              <a:rPr lang="nl-NL" dirty="0" err="1"/>
              <a:t>the</a:t>
            </a:r>
            <a:r>
              <a:rPr lang="nl-NL" dirty="0"/>
              <a:t> Kolff project. We built </a:t>
            </a:r>
            <a:r>
              <a:rPr lang="nl-NL" dirty="0" err="1"/>
              <a:t>the</a:t>
            </a:r>
            <a:r>
              <a:rPr lang="nl-NL" dirty="0"/>
              <a:t> PBPK model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captures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drug </a:t>
            </a:r>
            <a:r>
              <a:rPr lang="nl-NL" dirty="0" err="1"/>
              <a:t>toxin</a:t>
            </a:r>
            <a:r>
              <a:rPr lang="nl-NL" dirty="0"/>
              <a:t> </a:t>
            </a:r>
            <a:r>
              <a:rPr lang="nl-NL" dirty="0" err="1"/>
              <a:t>interaction</a:t>
            </a:r>
            <a:r>
              <a:rPr lang="nl-NL" dirty="0"/>
              <a:t> but </a:t>
            </a:r>
            <a:r>
              <a:rPr lang="nl-NL" dirty="0" err="1"/>
              <a:t>the</a:t>
            </a:r>
            <a:r>
              <a:rPr lang="nl-NL" dirty="0"/>
              <a:t> model is </a:t>
            </a:r>
            <a:r>
              <a:rPr lang="nl-NL" dirty="0" err="1"/>
              <a:t>only</a:t>
            </a:r>
            <a:r>
              <a:rPr lang="nl-NL" dirty="0"/>
              <a:t> half </a:t>
            </a:r>
            <a:r>
              <a:rPr lang="nl-NL" dirty="0" err="1"/>
              <a:t>the</a:t>
            </a:r>
            <a:r>
              <a:rPr lang="nl-NL" dirty="0"/>
              <a:t> story. We </a:t>
            </a:r>
            <a:r>
              <a:rPr lang="nl-NL" dirty="0" err="1"/>
              <a:t>also</a:t>
            </a:r>
            <a:r>
              <a:rPr lang="nl-NL" dirty="0"/>
              <a:t> have in vitro data , </a:t>
            </a:r>
            <a:r>
              <a:rPr lang="nl-NL" dirty="0" err="1"/>
              <a:t>and</a:t>
            </a:r>
            <a:r>
              <a:rPr lang="nl-NL" dirty="0"/>
              <a:t> part of </a:t>
            </a:r>
            <a:r>
              <a:rPr lang="nl-NL" dirty="0" err="1"/>
              <a:t>my</a:t>
            </a:r>
            <a:r>
              <a:rPr lang="nl-NL" dirty="0"/>
              <a:t> </a:t>
            </a:r>
            <a:r>
              <a:rPr lang="nl-NL" dirty="0" err="1"/>
              <a:t>role</a:t>
            </a:r>
            <a:r>
              <a:rPr lang="nl-NL" dirty="0"/>
              <a:t> is </a:t>
            </a:r>
            <a:r>
              <a:rPr lang="nl-NL" dirty="0" err="1"/>
              <a:t>finding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right way </a:t>
            </a:r>
            <a:r>
              <a:rPr lang="nl-NL" dirty="0" err="1"/>
              <a:t>to</a:t>
            </a:r>
            <a:r>
              <a:rPr lang="nl-NL" dirty="0"/>
              <a:t> analyse </a:t>
            </a:r>
            <a:r>
              <a:rPr lang="nl-NL" dirty="0" err="1"/>
              <a:t>this</a:t>
            </a:r>
            <a:r>
              <a:rPr lang="nl-NL" dirty="0"/>
              <a:t> data </a:t>
            </a:r>
            <a:r>
              <a:rPr lang="nl-NL" dirty="0" err="1"/>
              <a:t>and</a:t>
            </a:r>
            <a:r>
              <a:rPr lang="nl-NL" dirty="0"/>
              <a:t> extract </a:t>
            </a:r>
            <a:r>
              <a:rPr lang="nl-NL" dirty="0" err="1"/>
              <a:t>meaningful</a:t>
            </a:r>
            <a:r>
              <a:rPr lang="nl-NL" dirty="0"/>
              <a:t> </a:t>
            </a:r>
            <a:r>
              <a:rPr lang="nl-NL" dirty="0" err="1"/>
              <a:t>pharmacokinetic</a:t>
            </a:r>
            <a:r>
              <a:rPr lang="nl-NL" dirty="0"/>
              <a:t> parameters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compounds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model. </a:t>
            </a:r>
          </a:p>
          <a:p>
            <a:endParaRPr lang="nl-NL" dirty="0"/>
          </a:p>
          <a:p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involved</a:t>
            </a:r>
            <a:r>
              <a:rPr lang="nl-NL" dirty="0"/>
              <a:t> in </a:t>
            </a:r>
            <a:r>
              <a:rPr lang="nl-NL" dirty="0" err="1"/>
              <a:t>improving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experimental</a:t>
            </a:r>
            <a:r>
              <a:rPr lang="nl-NL" dirty="0"/>
              <a:t> design,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in translating in vitro data </a:t>
            </a:r>
            <a:r>
              <a:rPr lang="nl-NL" dirty="0" err="1"/>
              <a:t>into</a:t>
            </a:r>
            <a:r>
              <a:rPr lang="nl-NL" dirty="0"/>
              <a:t> in vivo parameters </a:t>
            </a:r>
            <a:r>
              <a:rPr lang="nl-NL" dirty="0" err="1"/>
              <a:t>that</a:t>
            </a:r>
            <a:r>
              <a:rPr lang="nl-NL" dirty="0"/>
              <a:t> feed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model. 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The </a:t>
            </a:r>
            <a:r>
              <a:rPr lang="nl-NL" dirty="0" err="1"/>
              <a:t>same</a:t>
            </a:r>
            <a:r>
              <a:rPr lang="nl-NL" dirty="0"/>
              <a:t> model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starting</a:t>
            </a:r>
            <a:r>
              <a:rPr lang="nl-NL" dirty="0"/>
              <a:t> point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iDOSE</a:t>
            </a:r>
            <a:r>
              <a:rPr lang="nl-NL" dirty="0"/>
              <a:t> question: </a:t>
            </a:r>
            <a:r>
              <a:rPr lang="nl-NL" dirty="0" err="1"/>
              <a:t>how</a:t>
            </a:r>
            <a:r>
              <a:rPr lang="nl-NL" dirty="0"/>
              <a:t> do </a:t>
            </a:r>
            <a:r>
              <a:rPr lang="nl-NL" dirty="0" err="1"/>
              <a:t>sex</a:t>
            </a:r>
            <a:r>
              <a:rPr lang="nl-NL" dirty="0"/>
              <a:t> </a:t>
            </a:r>
            <a:r>
              <a:rPr lang="nl-NL" dirty="0" err="1"/>
              <a:t>differences</a:t>
            </a:r>
            <a:r>
              <a:rPr lang="nl-NL" dirty="0"/>
              <a:t> affect drug clearance? </a:t>
            </a:r>
          </a:p>
          <a:p>
            <a:endParaRPr lang="nl-NL" dirty="0"/>
          </a:p>
          <a:p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I’m</a:t>
            </a:r>
            <a:r>
              <a:rPr lang="nl-NL" dirty="0"/>
              <a:t> part of </a:t>
            </a:r>
            <a:r>
              <a:rPr lang="nl-NL" dirty="0" err="1"/>
              <a:t>the</a:t>
            </a:r>
            <a:r>
              <a:rPr lang="nl-NL" dirty="0"/>
              <a:t> NWO-OTP project, </a:t>
            </a:r>
            <a:r>
              <a:rPr lang="nl-NL" dirty="0" err="1"/>
              <a:t>where</a:t>
            </a:r>
            <a:r>
              <a:rPr lang="nl-NL" dirty="0"/>
              <a:t> we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modeling</a:t>
            </a:r>
            <a:r>
              <a:rPr lang="nl-NL" dirty="0"/>
              <a:t> logic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inform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design of a </a:t>
            </a:r>
            <a:r>
              <a:rPr lang="nl-NL" dirty="0" err="1"/>
              <a:t>bioarti</a:t>
            </a:r>
            <a:r>
              <a:rPr lang="nl-NL" dirty="0"/>
              <a:t> </a:t>
            </a:r>
            <a:r>
              <a:rPr lang="nl-NL" dirty="0" err="1"/>
              <a:t>cial</a:t>
            </a:r>
            <a:r>
              <a:rPr lang="nl-NL" dirty="0"/>
              <a:t> </a:t>
            </a:r>
            <a:r>
              <a:rPr lang="nl-NL" dirty="0" err="1"/>
              <a:t>kidney</a:t>
            </a:r>
            <a:r>
              <a:rPr lang="nl-NL" dirty="0"/>
              <a:t>,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fuid</a:t>
            </a:r>
            <a:r>
              <a:rPr lang="nl-NL" dirty="0"/>
              <a:t>- flow </a:t>
            </a:r>
            <a:r>
              <a:rPr lang="nl-NL" dirty="0" err="1"/>
              <a:t>simulations</a:t>
            </a:r>
            <a:r>
              <a:rPr lang="nl-NL" dirty="0"/>
              <a:t> in COMSOL.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4095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 err="1"/>
              <a:t>Here’s</a:t>
            </a:r>
            <a:r>
              <a:rPr lang="nl-NL" dirty="0"/>
              <a:t> a </a:t>
            </a:r>
            <a:r>
              <a:rPr lang="nl-NL" dirty="0" err="1"/>
              <a:t>little</a:t>
            </a:r>
            <a:r>
              <a:rPr lang="nl-NL" dirty="0"/>
              <a:t> bit </a:t>
            </a:r>
            <a:r>
              <a:rPr lang="nl-NL" dirty="0" err="1"/>
              <a:t>about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kidney</a:t>
            </a:r>
            <a:r>
              <a:rPr lang="nl-NL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 It </a:t>
            </a:r>
            <a:r>
              <a:rPr lang="nl-NL" dirty="0" err="1"/>
              <a:t>balances</a:t>
            </a:r>
            <a:r>
              <a:rPr lang="nl-NL" dirty="0"/>
              <a:t> </a:t>
            </a:r>
            <a:r>
              <a:rPr lang="nl-NL" dirty="0" err="1"/>
              <a:t>fuid</a:t>
            </a:r>
            <a:r>
              <a:rPr lang="nl-NL" dirty="0"/>
              <a:t>, </a:t>
            </a:r>
            <a:r>
              <a:rPr lang="nl-NL" dirty="0" err="1"/>
              <a:t>electrolytes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blood</a:t>
            </a:r>
            <a:r>
              <a:rPr lang="nl-NL" dirty="0"/>
              <a:t> </a:t>
            </a:r>
            <a:r>
              <a:rPr lang="nl-NL" dirty="0" err="1"/>
              <a:t>pressure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four</a:t>
            </a:r>
            <a:r>
              <a:rPr lang="nl-NL" dirty="0"/>
              <a:t> </a:t>
            </a:r>
            <a:r>
              <a:rPr lang="nl-NL" dirty="0" err="1"/>
              <a:t>processes:filltration</a:t>
            </a:r>
            <a:r>
              <a:rPr lang="nl-NL" dirty="0"/>
              <a:t>, </a:t>
            </a:r>
            <a:r>
              <a:rPr lang="nl-NL" dirty="0" err="1"/>
              <a:t>reabsorption</a:t>
            </a:r>
            <a:r>
              <a:rPr lang="nl-NL" dirty="0"/>
              <a:t>, </a:t>
            </a:r>
            <a:r>
              <a:rPr lang="nl-NL" dirty="0" err="1"/>
              <a:t>secretion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excretion</a:t>
            </a:r>
            <a:r>
              <a:rPr lang="nl-NL" dirty="0"/>
              <a:t>. </a:t>
            </a:r>
            <a:r>
              <a:rPr lang="nl-NL" dirty="0" err="1"/>
              <a:t>Unfiltered</a:t>
            </a:r>
            <a:r>
              <a:rPr lang="nl-NL" dirty="0"/>
              <a:t> </a:t>
            </a:r>
            <a:r>
              <a:rPr lang="nl-NL" dirty="0" err="1"/>
              <a:t>blood</a:t>
            </a:r>
            <a:r>
              <a:rPr lang="nl-NL" dirty="0"/>
              <a:t> enters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renal</a:t>
            </a:r>
            <a:r>
              <a:rPr lang="nl-NL" dirty="0"/>
              <a:t> </a:t>
            </a:r>
            <a:r>
              <a:rPr lang="nl-NL" dirty="0" err="1"/>
              <a:t>artery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is </a:t>
            </a:r>
            <a:r>
              <a:rPr lang="nl-NL" dirty="0" err="1"/>
              <a:t>cleared</a:t>
            </a:r>
            <a:r>
              <a:rPr lang="nl-NL" dirty="0"/>
              <a:t> of waste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leaves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kidney</a:t>
            </a:r>
            <a:r>
              <a:rPr lang="nl-NL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The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process</a:t>
            </a:r>
            <a:r>
              <a:rPr lang="nl-NL" dirty="0"/>
              <a:t> I want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remember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rest of </a:t>
            </a:r>
            <a:r>
              <a:rPr lang="nl-NL" dirty="0" err="1"/>
              <a:t>this</a:t>
            </a:r>
            <a:r>
              <a:rPr lang="nl-NL" dirty="0"/>
              <a:t> talk is </a:t>
            </a:r>
            <a:r>
              <a:rPr lang="nl-NL" dirty="0" err="1"/>
              <a:t>secretion</a:t>
            </a:r>
            <a:r>
              <a:rPr lang="nl-NL" dirty="0"/>
              <a:t>. It </a:t>
            </a:r>
            <a:r>
              <a:rPr lang="nl-NL" dirty="0" err="1"/>
              <a:t>happens</a:t>
            </a:r>
            <a:r>
              <a:rPr lang="nl-NL" dirty="0"/>
              <a:t> </a:t>
            </a:r>
            <a:r>
              <a:rPr lang="nl-NL" dirty="0" err="1"/>
              <a:t>mainly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proximal</a:t>
            </a:r>
            <a:r>
              <a:rPr lang="nl-NL" dirty="0"/>
              <a:t> </a:t>
            </a:r>
            <a:r>
              <a:rPr lang="nl-NL" dirty="0" err="1"/>
              <a:t>tubule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longest</a:t>
            </a:r>
            <a:r>
              <a:rPr lang="nl-NL" dirty="0"/>
              <a:t> segment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nephron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functional</a:t>
            </a:r>
            <a:r>
              <a:rPr lang="nl-NL" dirty="0"/>
              <a:t> unit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kidney</a:t>
            </a:r>
            <a:r>
              <a:rPr lang="nl-NL" dirty="0"/>
              <a:t>. </a:t>
            </a:r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transporters</a:t>
            </a:r>
            <a:r>
              <a:rPr lang="nl-NL" dirty="0"/>
              <a:t> </a:t>
            </a:r>
            <a:r>
              <a:rPr lang="nl-NL" dirty="0" err="1"/>
              <a:t>actively</a:t>
            </a:r>
            <a:r>
              <a:rPr lang="nl-NL" dirty="0"/>
              <a:t> pull </a:t>
            </a:r>
            <a:r>
              <a:rPr lang="nl-NL" dirty="0" err="1"/>
              <a:t>compounds</a:t>
            </a:r>
            <a:r>
              <a:rPr lang="nl-NL" dirty="0"/>
              <a:t> out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blood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push </a:t>
            </a:r>
            <a:r>
              <a:rPr lang="nl-NL" dirty="0" err="1"/>
              <a:t>them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urine.</a:t>
            </a:r>
            <a:endParaRPr lang="nl-NL" b="1" dirty="0">
              <a:solidFill>
                <a:srgbClr val="355BD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5984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CKD </a:t>
            </a:r>
            <a:r>
              <a:rPr lang="nl-NL" dirty="0" err="1"/>
              <a:t>patients</a:t>
            </a:r>
            <a:r>
              <a:rPr lang="nl-NL" dirty="0"/>
              <a:t> </a:t>
            </a:r>
            <a:r>
              <a:rPr lang="nl-NL" dirty="0" err="1"/>
              <a:t>often</a:t>
            </a:r>
            <a:r>
              <a:rPr lang="nl-NL" dirty="0"/>
              <a:t> take 12+ </a:t>
            </a:r>
            <a:r>
              <a:rPr lang="nl-NL" dirty="0" err="1"/>
              <a:t>medications</a:t>
            </a:r>
            <a:r>
              <a:rPr lang="nl-NL" dirty="0"/>
              <a:t> </a:t>
            </a:r>
            <a:r>
              <a:rPr lang="nl-NL" dirty="0" err="1"/>
              <a:t>daily</a:t>
            </a:r>
            <a:r>
              <a:rPr lang="nl-NL" dirty="0"/>
              <a:t>,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competing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kidney</a:t>
            </a:r>
            <a:r>
              <a:rPr lang="nl-NL" dirty="0"/>
              <a:t> </a:t>
            </a:r>
            <a:r>
              <a:rPr lang="nl-NL" dirty="0" err="1"/>
              <a:t>transporters</a:t>
            </a:r>
            <a:r>
              <a:rPr lang="nl-NL" dirty="0"/>
              <a:t>. </a:t>
            </a:r>
          </a:p>
          <a:p>
            <a:endParaRPr lang="nl-NL" dirty="0"/>
          </a:p>
          <a:p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question is: are these drugs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helping</a:t>
            </a:r>
            <a:r>
              <a:rPr lang="nl-NL" dirty="0"/>
              <a:t> or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competition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transporters</a:t>
            </a:r>
            <a:r>
              <a:rPr lang="nl-NL" dirty="0"/>
              <a:t> </a:t>
            </a:r>
            <a:r>
              <a:rPr lang="nl-NL" dirty="0" err="1"/>
              <a:t>costing</a:t>
            </a:r>
            <a:r>
              <a:rPr lang="nl-NL" dirty="0"/>
              <a:t> more </a:t>
            </a:r>
            <a:r>
              <a:rPr lang="nl-NL" dirty="0" err="1"/>
              <a:t>than</a:t>
            </a:r>
            <a:r>
              <a:rPr lang="nl-NL" dirty="0"/>
              <a:t> we </a:t>
            </a:r>
            <a:r>
              <a:rPr lang="nl-NL" dirty="0" err="1"/>
              <a:t>realise</a:t>
            </a:r>
            <a:endParaRPr lang="nl-NL" b="1" dirty="0"/>
          </a:p>
          <a:p>
            <a:pPr rtl="0"/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879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nl-NL" dirty="0" err="1"/>
              <a:t>Here’s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mechanism</a:t>
            </a:r>
            <a:r>
              <a:rPr lang="nl-NL" dirty="0"/>
              <a:t> </a:t>
            </a:r>
            <a:r>
              <a:rPr lang="nl-NL" dirty="0" err="1"/>
              <a:t>we’re</a:t>
            </a:r>
            <a:r>
              <a:rPr lang="nl-NL" dirty="0"/>
              <a:t> </a:t>
            </a:r>
            <a:r>
              <a:rPr lang="nl-NL" dirty="0" err="1"/>
              <a:t>proposing</a:t>
            </a:r>
            <a:r>
              <a:rPr lang="nl-NL" dirty="0"/>
              <a:t>. </a:t>
            </a:r>
          </a:p>
          <a:p>
            <a:pPr rtl="0"/>
            <a:r>
              <a:rPr lang="nl-NL" dirty="0" err="1"/>
              <a:t>Protein-bound</a:t>
            </a:r>
            <a:r>
              <a:rPr lang="nl-NL" dirty="0"/>
              <a:t> </a:t>
            </a:r>
            <a:r>
              <a:rPr lang="nl-NL" dirty="0" err="1"/>
              <a:t>uremic</a:t>
            </a:r>
            <a:r>
              <a:rPr lang="nl-NL" dirty="0"/>
              <a:t> </a:t>
            </a:r>
            <a:r>
              <a:rPr lang="nl-NL" dirty="0" err="1"/>
              <a:t>toxins</a:t>
            </a:r>
            <a:r>
              <a:rPr lang="nl-NL" dirty="0"/>
              <a:t> </a:t>
            </a:r>
            <a:r>
              <a:rPr lang="nl-NL" dirty="0" err="1"/>
              <a:t>sulfate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example</a:t>
            </a:r>
            <a:r>
              <a:rPr lang="nl-NL" dirty="0"/>
              <a:t> </a:t>
            </a:r>
            <a:r>
              <a:rPr lang="nl-NL" dirty="0" err="1"/>
              <a:t>indoxyl</a:t>
            </a:r>
            <a:r>
              <a:rPr lang="nl-NL" dirty="0"/>
              <a:t> </a:t>
            </a:r>
            <a:r>
              <a:rPr lang="nl-NL" dirty="0" err="1"/>
              <a:t>travel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blood</a:t>
            </a:r>
            <a:r>
              <a:rPr lang="nl-NL" dirty="0"/>
              <a:t> </a:t>
            </a:r>
            <a:r>
              <a:rPr lang="nl-NL" dirty="0" err="1"/>
              <a:t>bound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albumin</a:t>
            </a:r>
            <a:r>
              <a:rPr lang="nl-NL" dirty="0"/>
              <a:t>.</a:t>
            </a:r>
          </a:p>
          <a:p>
            <a:pPr rtl="0"/>
            <a:r>
              <a:rPr lang="nl-NL" dirty="0"/>
              <a:t>The free </a:t>
            </a:r>
            <a:r>
              <a:rPr lang="nl-NL" dirty="0" err="1"/>
              <a:t>fraction</a:t>
            </a:r>
            <a:r>
              <a:rPr lang="nl-NL" dirty="0"/>
              <a:t> is taken up </a:t>
            </a:r>
            <a:r>
              <a:rPr lang="nl-NL" dirty="0" err="1"/>
              <a:t>by</a:t>
            </a:r>
            <a:r>
              <a:rPr lang="nl-NL" dirty="0"/>
              <a:t> OAT1 on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blood</a:t>
            </a:r>
            <a:r>
              <a:rPr lang="nl-NL" dirty="0"/>
              <a:t> side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proximal</a:t>
            </a:r>
            <a:r>
              <a:rPr lang="nl-NL" dirty="0"/>
              <a:t> </a:t>
            </a:r>
            <a:r>
              <a:rPr lang="nl-NL" dirty="0" err="1"/>
              <a:t>tubule</a:t>
            </a:r>
            <a:r>
              <a:rPr lang="nl-NL" dirty="0"/>
              <a:t> </a:t>
            </a:r>
            <a:r>
              <a:rPr lang="nl-NL" dirty="0" err="1"/>
              <a:t>cell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is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pumped</a:t>
            </a:r>
            <a:r>
              <a:rPr lang="nl-NL" dirty="0"/>
              <a:t> out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urine,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apical</a:t>
            </a:r>
            <a:r>
              <a:rPr lang="nl-NL" dirty="0"/>
              <a:t> </a:t>
            </a:r>
            <a:r>
              <a:rPr lang="nl-NL" dirty="0" err="1"/>
              <a:t>transporter</a:t>
            </a:r>
            <a:r>
              <a:rPr lang="nl-NL" dirty="0"/>
              <a:t>.</a:t>
            </a:r>
          </a:p>
          <a:p>
            <a:pPr rtl="0"/>
            <a:r>
              <a:rPr lang="nl-NL" dirty="0"/>
              <a:t> Furosemide </a:t>
            </a:r>
            <a:r>
              <a:rPr lang="nl-NL" dirty="0" err="1"/>
              <a:t>uses</a:t>
            </a:r>
            <a:r>
              <a:rPr lang="nl-NL" dirty="0"/>
              <a:t> </a:t>
            </a:r>
            <a:r>
              <a:rPr lang="nl-NL" dirty="0" err="1"/>
              <a:t>exactly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route. </a:t>
            </a:r>
          </a:p>
          <a:p>
            <a:pPr rtl="0"/>
            <a:r>
              <a:rPr lang="nl-NL" dirty="0"/>
              <a:t>But, here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problem</a:t>
            </a:r>
            <a:r>
              <a:rPr lang="nl-NL" dirty="0"/>
              <a:t>: in CKD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toxin</a:t>
            </a:r>
            <a:r>
              <a:rPr lang="nl-NL" dirty="0"/>
              <a:t> levels are </a:t>
            </a:r>
            <a:r>
              <a:rPr lang="nl-NL" dirty="0" err="1"/>
              <a:t>already</a:t>
            </a:r>
            <a:r>
              <a:rPr lang="nl-NL" dirty="0"/>
              <a:t> high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dirty="0" err="1"/>
              <a:t>fewer</a:t>
            </a:r>
            <a:r>
              <a:rPr lang="nl-NL" dirty="0"/>
              <a:t> </a:t>
            </a:r>
            <a:r>
              <a:rPr lang="nl-NL" dirty="0" err="1"/>
              <a:t>working</a:t>
            </a:r>
            <a:r>
              <a:rPr lang="nl-NL" dirty="0"/>
              <a:t> </a:t>
            </a:r>
            <a:r>
              <a:rPr lang="nl-NL" dirty="0" err="1"/>
              <a:t>nephrons</a:t>
            </a:r>
            <a:r>
              <a:rPr lang="nl-NL" dirty="0"/>
              <a:t>,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competition</a:t>
            </a:r>
            <a:r>
              <a:rPr lang="nl-NL" dirty="0"/>
              <a:t> </a:t>
            </a:r>
            <a:r>
              <a:rPr lang="nl-NL" dirty="0" err="1"/>
              <a:t>matters</a:t>
            </a:r>
            <a:r>
              <a:rPr lang="nl-NL" dirty="0"/>
              <a:t> more. </a:t>
            </a:r>
          </a:p>
          <a:p>
            <a:pPr rtl="0"/>
            <a:r>
              <a:rPr lang="nl-NL" dirty="0" err="1"/>
              <a:t>When</a:t>
            </a:r>
            <a:r>
              <a:rPr lang="nl-NL" dirty="0"/>
              <a:t> furosemide is present,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toxin</a:t>
            </a:r>
            <a:r>
              <a:rPr lang="nl-NL" dirty="0"/>
              <a:t> has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wait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its</a:t>
            </a:r>
            <a:r>
              <a:rPr lang="nl-NL" dirty="0"/>
              <a:t> turn at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transporter</a:t>
            </a:r>
            <a:r>
              <a:rPr lang="nl-NL" dirty="0"/>
              <a:t> or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never get </a:t>
            </a:r>
            <a:r>
              <a:rPr lang="nl-NL" dirty="0" err="1"/>
              <a:t>its</a:t>
            </a:r>
            <a:r>
              <a:rPr lang="nl-NL" dirty="0"/>
              <a:t> turn. </a:t>
            </a:r>
          </a:p>
          <a:p>
            <a:pPr rtl="0"/>
            <a:endParaRPr lang="nl-NL" dirty="0"/>
          </a:p>
          <a:p>
            <a:pPr rtl="0"/>
            <a:r>
              <a:rPr lang="nl-NL" dirty="0" err="1"/>
              <a:t>That’s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hypothesis: </a:t>
            </a:r>
            <a:r>
              <a:rPr lang="nl-NL" dirty="0" err="1"/>
              <a:t>competitive</a:t>
            </a:r>
            <a:r>
              <a:rPr lang="nl-NL" dirty="0"/>
              <a:t> </a:t>
            </a:r>
            <a:r>
              <a:rPr lang="nl-NL" dirty="0" err="1"/>
              <a:t>inhibition</a:t>
            </a:r>
            <a:r>
              <a:rPr lang="nl-NL" dirty="0"/>
              <a:t> at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transporter</a:t>
            </a:r>
            <a:r>
              <a:rPr lang="nl-NL" dirty="0"/>
              <a:t>, OAT1.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88278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nl-NL" dirty="0" err="1"/>
              <a:t>Here's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question we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answer</a:t>
            </a:r>
            <a:r>
              <a:rPr lang="nl-NL" dirty="0"/>
              <a:t>.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answer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, we built a </a:t>
            </a:r>
            <a:r>
              <a:rPr lang="nl-NL" dirty="0" err="1"/>
              <a:t>mechanistic</a:t>
            </a:r>
            <a:r>
              <a:rPr lang="nl-NL" dirty="0"/>
              <a:t> </a:t>
            </a:r>
            <a:r>
              <a:rPr lang="nl-NL" dirty="0" err="1"/>
              <a:t>kidney</a:t>
            </a:r>
            <a:r>
              <a:rPr lang="nl-NL" dirty="0"/>
              <a:t> PBPK model, </a:t>
            </a:r>
            <a:r>
              <a:rPr lang="nl-NL" dirty="0" err="1"/>
              <a:t>explicitly</a:t>
            </a:r>
            <a:r>
              <a:rPr lang="nl-NL" dirty="0"/>
              <a:t> </a:t>
            </a:r>
            <a:r>
              <a:rPr lang="nl-NL" dirty="0" err="1"/>
              <a:t>representing</a:t>
            </a:r>
            <a:r>
              <a:rPr lang="nl-NL" dirty="0"/>
              <a:t> OAT1-mediated </a:t>
            </a:r>
            <a:r>
              <a:rPr lang="nl-NL" dirty="0" err="1"/>
              <a:t>competition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furosemide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three</a:t>
            </a:r>
            <a:r>
              <a:rPr lang="nl-NL" dirty="0"/>
              <a:t> </a:t>
            </a:r>
            <a:r>
              <a:rPr lang="nl-NL" dirty="0" err="1"/>
              <a:t>uremic</a:t>
            </a:r>
            <a:r>
              <a:rPr lang="nl-NL" dirty="0"/>
              <a:t> </a:t>
            </a:r>
            <a:r>
              <a:rPr lang="nl-NL" dirty="0" err="1"/>
              <a:t>toxins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model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identify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actually</a:t>
            </a:r>
            <a:r>
              <a:rPr lang="nl-NL" dirty="0"/>
              <a:t> drives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interaction</a:t>
            </a:r>
            <a:r>
              <a:rPr lang="nl-NL" dirty="0"/>
              <a:t>: </a:t>
            </a:r>
            <a:r>
              <a:rPr lang="nl-NL" dirty="0" err="1"/>
              <a:t>dose</a:t>
            </a:r>
            <a:r>
              <a:rPr lang="nl-NL" dirty="0"/>
              <a:t>, </a:t>
            </a:r>
            <a:r>
              <a:rPr lang="nl-NL" dirty="0" err="1"/>
              <a:t>dosing</a:t>
            </a:r>
            <a:r>
              <a:rPr lang="nl-NL" dirty="0"/>
              <a:t> </a:t>
            </a:r>
            <a:r>
              <a:rPr lang="nl-NL" dirty="0" err="1"/>
              <a:t>schedule</a:t>
            </a:r>
            <a:r>
              <a:rPr lang="nl-NL" dirty="0"/>
              <a:t>, or CKD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5779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model </a:t>
            </a:r>
            <a:r>
              <a:rPr lang="nl-NL" dirty="0" err="1"/>
              <a:t>itself</a:t>
            </a:r>
            <a:r>
              <a:rPr lang="nl-NL" dirty="0"/>
              <a:t>.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nephron</a:t>
            </a:r>
            <a:r>
              <a:rPr lang="nl-NL" dirty="0"/>
              <a:t> segment has a </a:t>
            </a:r>
            <a:r>
              <a:rPr lang="nl-NL" dirty="0" err="1"/>
              <a:t>vascular</a:t>
            </a:r>
            <a:r>
              <a:rPr lang="nl-NL" dirty="0"/>
              <a:t>, a </a:t>
            </a:r>
            <a:r>
              <a:rPr lang="nl-NL" dirty="0" err="1"/>
              <a:t>cellular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a </a:t>
            </a:r>
            <a:r>
              <a:rPr lang="nl-NL" dirty="0" err="1"/>
              <a:t>tubular</a:t>
            </a:r>
            <a:r>
              <a:rPr lang="nl-NL" dirty="0"/>
              <a:t> </a:t>
            </a:r>
            <a:r>
              <a:rPr lang="nl-NL" dirty="0" err="1"/>
              <a:t>compartment</a:t>
            </a:r>
            <a:r>
              <a:rPr lang="nl-NL" dirty="0"/>
              <a:t>. On top of </a:t>
            </a:r>
            <a:r>
              <a:rPr lang="nl-NL" dirty="0" err="1"/>
              <a:t>that</a:t>
            </a:r>
            <a:r>
              <a:rPr lang="nl-NL" dirty="0"/>
              <a:t> we </a:t>
            </a:r>
            <a:r>
              <a:rPr lang="nl-NL" dirty="0" err="1"/>
              <a:t>explicitly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OAT1 </a:t>
            </a:r>
            <a:r>
              <a:rPr lang="nl-NL" dirty="0" err="1"/>
              <a:t>uptake</a:t>
            </a:r>
            <a:r>
              <a:rPr lang="nl-NL" dirty="0"/>
              <a:t> on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basolateral</a:t>
            </a:r>
            <a:r>
              <a:rPr lang="nl-NL" dirty="0"/>
              <a:t> side, </a:t>
            </a:r>
            <a:r>
              <a:rPr lang="nl-NL" dirty="0" err="1"/>
              <a:t>apical</a:t>
            </a:r>
            <a:r>
              <a:rPr lang="nl-NL" dirty="0"/>
              <a:t> </a:t>
            </a:r>
            <a:r>
              <a:rPr lang="nl-NL" dirty="0" err="1"/>
              <a:t>efflux</a:t>
            </a:r>
            <a:r>
              <a:rPr lang="nl-NL" dirty="0"/>
              <a:t>, </a:t>
            </a:r>
            <a:r>
              <a:rPr lang="nl-NL" dirty="0" err="1"/>
              <a:t>passive</a:t>
            </a:r>
            <a:r>
              <a:rPr lang="nl-NL" dirty="0"/>
              <a:t> transport, </a:t>
            </a:r>
            <a:r>
              <a:rPr lang="nl-NL" dirty="0" err="1"/>
              <a:t>albumin</a:t>
            </a:r>
            <a:r>
              <a:rPr lang="nl-NL" dirty="0"/>
              <a:t> binding,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competitive</a:t>
            </a:r>
            <a:r>
              <a:rPr lang="nl-NL" dirty="0"/>
              <a:t> </a:t>
            </a:r>
            <a:r>
              <a:rPr lang="nl-NL" dirty="0" err="1"/>
              <a:t>inhibition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furosemide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three</a:t>
            </a:r>
            <a:r>
              <a:rPr lang="nl-NL" dirty="0"/>
              <a:t> </a:t>
            </a:r>
            <a:r>
              <a:rPr lang="nl-NL" dirty="0" err="1"/>
              <a:t>toxins</a:t>
            </a:r>
            <a:r>
              <a:rPr lang="nl-NL" dirty="0"/>
              <a:t>, </a:t>
            </a:r>
            <a:r>
              <a:rPr lang="nl-NL" dirty="0" err="1"/>
              <a:t>under</a:t>
            </a:r>
            <a:r>
              <a:rPr lang="nl-NL" dirty="0"/>
              <a:t> </a:t>
            </a:r>
            <a:r>
              <a:rPr lang="nl-NL" dirty="0" err="1"/>
              <a:t>both</a:t>
            </a:r>
            <a:r>
              <a:rPr lang="nl-NL" dirty="0"/>
              <a:t> </a:t>
            </a:r>
            <a:r>
              <a:rPr lang="nl-NL" dirty="0" err="1"/>
              <a:t>healthy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CKD stage 5 </a:t>
            </a:r>
            <a:r>
              <a:rPr lang="nl-NL" dirty="0" err="1"/>
              <a:t>conditions</a:t>
            </a:r>
            <a:r>
              <a:rPr lang="nl-NL" dirty="0"/>
              <a:t>. In </a:t>
            </a:r>
            <a:r>
              <a:rPr lang="nl-NL" dirty="0" err="1"/>
              <a:t>total</a:t>
            </a:r>
            <a:r>
              <a:rPr lang="nl-NL" dirty="0"/>
              <a:t>: 37 </a:t>
            </a:r>
            <a:r>
              <a:rPr lang="nl-NL" dirty="0" err="1"/>
              <a:t>compartments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142 </a:t>
            </a:r>
            <a:r>
              <a:rPr lang="nl-NL" dirty="0" err="1"/>
              <a:t>coupled</a:t>
            </a:r>
            <a:r>
              <a:rPr lang="nl-NL" dirty="0"/>
              <a:t> </a:t>
            </a:r>
            <a:r>
              <a:rPr lang="nl-NL" dirty="0" err="1"/>
              <a:t>ODEs</a:t>
            </a:r>
            <a:r>
              <a:rPr lang="nl-NL" dirty="0"/>
              <a:t>. I </a:t>
            </a:r>
            <a:r>
              <a:rPr lang="nl-NL" dirty="0" err="1"/>
              <a:t>won’t</a:t>
            </a:r>
            <a:r>
              <a:rPr lang="nl-NL" dirty="0"/>
              <a:t> walk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every</a:t>
            </a:r>
            <a:r>
              <a:rPr lang="nl-NL" dirty="0"/>
              <a:t> </a:t>
            </a:r>
            <a:r>
              <a:rPr lang="nl-NL" dirty="0" err="1"/>
              <a:t>compartment</a:t>
            </a:r>
            <a:r>
              <a:rPr lang="nl-NL" dirty="0"/>
              <a:t>. The segment </a:t>
            </a:r>
            <a:r>
              <a:rPr lang="nl-NL" dirty="0" err="1"/>
              <a:t>to</a:t>
            </a:r>
            <a:r>
              <a:rPr lang="nl-NL" dirty="0"/>
              <a:t> focus on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proximal</a:t>
            </a:r>
            <a:r>
              <a:rPr lang="nl-NL" dirty="0"/>
              <a:t> </a:t>
            </a:r>
            <a:r>
              <a:rPr lang="nl-NL" dirty="0" err="1"/>
              <a:t>tubule</a:t>
            </a:r>
            <a:r>
              <a:rPr lang="nl-NL" dirty="0"/>
              <a:t>, </a:t>
            </a:r>
            <a:r>
              <a:rPr lang="nl-NL" dirty="0" err="1"/>
              <a:t>where</a:t>
            </a:r>
            <a:r>
              <a:rPr lang="nl-NL" dirty="0"/>
              <a:t> most of these </a:t>
            </a:r>
            <a:r>
              <a:rPr lang="nl-NL" dirty="0" err="1"/>
              <a:t>processes</a:t>
            </a:r>
            <a:r>
              <a:rPr lang="nl-NL" dirty="0"/>
              <a:t> </a:t>
            </a:r>
            <a:r>
              <a:rPr lang="nl-NL" dirty="0" err="1"/>
              <a:t>including</a:t>
            </a:r>
            <a:r>
              <a:rPr lang="nl-NL" dirty="0"/>
              <a:t> </a:t>
            </a:r>
            <a:r>
              <a:rPr lang="nl-NL" dirty="0" err="1"/>
              <a:t>secretion</a:t>
            </a:r>
            <a:r>
              <a:rPr lang="nl-NL" dirty="0"/>
              <a:t> is </a:t>
            </a:r>
            <a:r>
              <a:rPr lang="nl-NL" dirty="0" err="1"/>
              <a:t>happeing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5009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Bars and diamonds are TOTAL plasma, not free.</a:t>
            </a:r>
          </a:p>
          <a:p/>
          <a:p>
            <a:r>
              <a:t>Model blood C_ven is converted: C_plasma = C_blood / BP.</a:t>
            </a:r>
          </a:p>
          <a:p>
            <a:r>
              <a:t>OAT1 and GFR see only unbound plasma C_u = C_plasma × f_u,p.</a:t>
            </a:r>
          </a:p>
          <a:p/>
          <a:p>
            <a:r>
              <a:t>Left healthy, right CKD-5; model sits in the literature range on both.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05983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Panel A: total BLOOD furosemide vs time, mislabeled as plasma.</a:t>
            </a:r>
          </a:p>
          <a:p>
            <a:r>
              <a:t>Say the numbers as total plasma if you convert: divide by 0.82.</a:t>
            </a:r>
          </a:p>
          <a:p>
            <a:r>
              <a:t>OAT1 sees unbound plasma only (2% healthy, 5% CKD-5 of total plasma).</a:t>
            </a:r>
          </a:p>
          <a:p/>
          <a:p>
            <a:r>
              <a:t>Panel D: CL_R ~4.7 → 0.2 L/h (from blood AUC); t½ ~1.2 → 3.7 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10442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%Δ of time-averaged TOTAL plasma vs no-drug CKD-5.</a:t>
            </a:r>
          </a:p>
          <a:p>
            <a:r>
              <a:t>Same % for unbound because f_u,p is fixed.</a:t>
            </a:r>
          </a:p>
          <a:p/>
          <a:p>
            <a:r>
              <a:t>Acute IV: small. Chronic TID 30 days: IS +28.1%, pCS +32.9%, HA +1.2%.</a:t>
            </a:r>
          </a:p>
          <a:p>
            <a:r>
              <a:t>HA barely moves: high f_u,p so much of its CL is GFR, which furosemide does not block.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9625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IS, total-plasma %Δ. TID 120 +15.8%; QD 240 +24.6%; TID 240 +28.1%.</a:t>
            </a:r>
          </a:p>
          <a:p>
            <a:r>
              <a:t>All inside the Costes 95% CI. Ki was calibrated to this cohort; the dose–schedule trend was not fitted separately.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10442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Dashed QD 240 mg; solid TID 3×80 mg; last 24 h, CKD-5.</a:t>
            </a:r>
          </a:p>
          <a:p>
            <a:r>
              <a:t>Plotted height is total blood. Quote plasma Cmax 20.3 vs 8.75 mg/L.</a:t>
            </a:r>
          </a:p>
          <a:p>
            <a:r>
              <a:t>QD: high peak, long trough. TID: lower peaks, OAT1 occupied all day → more toxin accumulation at the same daily dose.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05126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summarise</a:t>
            </a:r>
            <a:r>
              <a:rPr lang="nl-NL" dirty="0"/>
              <a:t>: we built a </a:t>
            </a:r>
            <a:r>
              <a:rPr lang="nl-NL" dirty="0" err="1"/>
              <a:t>mechanistic</a:t>
            </a:r>
            <a:r>
              <a:rPr lang="nl-NL" dirty="0"/>
              <a:t> PBPK model of OAT1-mediated </a:t>
            </a:r>
            <a:r>
              <a:rPr lang="nl-NL" dirty="0" err="1"/>
              <a:t>competition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furosemide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three</a:t>
            </a:r>
            <a:r>
              <a:rPr lang="nl-NL" dirty="0"/>
              <a:t> </a:t>
            </a:r>
            <a:r>
              <a:rPr lang="nl-NL" dirty="0" err="1"/>
              <a:t>uremic</a:t>
            </a:r>
            <a:r>
              <a:rPr lang="nl-NL" dirty="0"/>
              <a:t> </a:t>
            </a:r>
            <a:r>
              <a:rPr lang="nl-NL" dirty="0" err="1"/>
              <a:t>toxins</a:t>
            </a:r>
            <a:r>
              <a:rPr lang="nl-NL" dirty="0"/>
              <a:t>, we </a:t>
            </a:r>
            <a:r>
              <a:rPr lang="nl-NL" dirty="0" err="1"/>
              <a:t>checked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against</a:t>
            </a:r>
            <a:r>
              <a:rPr lang="nl-NL" dirty="0"/>
              <a:t> </a:t>
            </a:r>
            <a:r>
              <a:rPr lang="nl-NL" dirty="0" err="1"/>
              <a:t>clinical</a:t>
            </a:r>
            <a:r>
              <a:rPr lang="nl-NL" dirty="0"/>
              <a:t> data, </a:t>
            </a:r>
            <a:r>
              <a:rPr lang="nl-NL" dirty="0" err="1"/>
              <a:t>and</a:t>
            </a:r>
            <a:r>
              <a:rPr lang="nl-NL" dirty="0"/>
              <a:t> we </a:t>
            </a:r>
            <a:r>
              <a:rPr lang="nl-NL" dirty="0" err="1"/>
              <a:t>showed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dosing</a:t>
            </a:r>
            <a:r>
              <a:rPr lang="nl-NL" dirty="0"/>
              <a:t> </a:t>
            </a:r>
            <a:r>
              <a:rPr lang="nl-NL" dirty="0" err="1"/>
              <a:t>schedule</a:t>
            </a:r>
            <a:r>
              <a:rPr lang="nl-NL" dirty="0"/>
              <a:t>,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total</a:t>
            </a:r>
            <a:r>
              <a:rPr lang="nl-NL" dirty="0"/>
              <a:t> </a:t>
            </a:r>
            <a:r>
              <a:rPr lang="nl-NL" dirty="0" err="1"/>
              <a:t>daily</a:t>
            </a:r>
            <a:r>
              <a:rPr lang="nl-NL" dirty="0"/>
              <a:t> </a:t>
            </a:r>
            <a:r>
              <a:rPr lang="nl-NL" dirty="0" err="1"/>
              <a:t>dose</a:t>
            </a:r>
            <a:r>
              <a:rPr lang="nl-NL" dirty="0"/>
              <a:t>, </a:t>
            </a:r>
            <a:r>
              <a:rPr lang="nl-NL" dirty="0" err="1"/>
              <a:t>independently</a:t>
            </a:r>
            <a:r>
              <a:rPr lang="nl-NL" dirty="0"/>
              <a:t> drives </a:t>
            </a:r>
            <a:r>
              <a:rPr lang="nl-NL" dirty="0" err="1"/>
              <a:t>toxin</a:t>
            </a:r>
            <a:r>
              <a:rPr lang="nl-NL" dirty="0"/>
              <a:t> exposure.</a:t>
            </a:r>
          </a:p>
          <a:p>
            <a:pPr rtl="0"/>
            <a:r>
              <a:rPr lang="nl-NL" dirty="0"/>
              <a:t>Stepping back, </a:t>
            </a:r>
            <a:r>
              <a:rPr lang="nl-NL" dirty="0" err="1"/>
              <a:t>here's</a:t>
            </a:r>
            <a:r>
              <a:rPr lang="nl-NL" dirty="0"/>
              <a:t> </a:t>
            </a:r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sits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bigger</a:t>
            </a:r>
            <a:r>
              <a:rPr lang="nl-NL" dirty="0"/>
              <a:t> picture. </a:t>
            </a:r>
            <a:r>
              <a:rPr lang="nl-NL" dirty="0" err="1"/>
              <a:t>Transporter</a:t>
            </a:r>
            <a:r>
              <a:rPr lang="nl-NL" dirty="0"/>
              <a:t> kinetics </a:t>
            </a:r>
            <a:r>
              <a:rPr lang="nl-NL" dirty="0" err="1"/>
              <a:t>come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in vitro data,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active</a:t>
            </a:r>
            <a:r>
              <a:rPr lang="nl-NL" dirty="0"/>
              <a:t> transport model on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left</a:t>
            </a:r>
            <a:r>
              <a:rPr lang="nl-NL" dirty="0"/>
              <a:t>. </a:t>
            </a:r>
            <a:r>
              <a:rPr lang="nl-NL" dirty="0" err="1"/>
              <a:t>They</a:t>
            </a:r>
            <a:r>
              <a:rPr lang="nl-NL" dirty="0"/>
              <a:t> feed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mechanistic</a:t>
            </a:r>
            <a:r>
              <a:rPr lang="nl-NL" dirty="0"/>
              <a:t> </a:t>
            </a:r>
            <a:r>
              <a:rPr lang="nl-NL" dirty="0" err="1"/>
              <a:t>kidney</a:t>
            </a:r>
            <a:r>
              <a:rPr lang="nl-NL" dirty="0"/>
              <a:t> model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middle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is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I've</a:t>
            </a:r>
            <a:r>
              <a:rPr lang="nl-NL" dirty="0"/>
              <a:t> </a:t>
            </a:r>
            <a:r>
              <a:rPr lang="nl-NL" dirty="0" err="1"/>
              <a:t>shown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today</a:t>
            </a:r>
            <a:r>
              <a:rPr lang="nl-NL" dirty="0"/>
              <a:t>. The </a:t>
            </a:r>
            <a:r>
              <a:rPr lang="nl-NL" dirty="0" err="1"/>
              <a:t>kidney</a:t>
            </a:r>
            <a:r>
              <a:rPr lang="nl-NL" dirty="0"/>
              <a:t> model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plugs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a </a:t>
            </a:r>
            <a:r>
              <a:rPr lang="nl-NL" dirty="0" err="1"/>
              <a:t>whole</a:t>
            </a:r>
            <a:r>
              <a:rPr lang="nl-NL" dirty="0"/>
              <a:t>-body PBPK model, </a:t>
            </a:r>
            <a:r>
              <a:rPr lang="nl-NL" dirty="0" err="1"/>
              <a:t>so</a:t>
            </a:r>
            <a:r>
              <a:rPr lang="nl-NL" dirty="0"/>
              <a:t>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predict</a:t>
            </a:r>
            <a:r>
              <a:rPr lang="nl-NL" dirty="0"/>
              <a:t> plasma </a:t>
            </a:r>
            <a:r>
              <a:rPr lang="nl-NL" dirty="0" err="1"/>
              <a:t>profiles</a:t>
            </a:r>
            <a:r>
              <a:rPr lang="nl-NL" dirty="0"/>
              <a:t> like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ones</a:t>
            </a:r>
            <a:r>
              <a:rPr lang="nl-NL" dirty="0"/>
              <a:t> </a:t>
            </a:r>
            <a:r>
              <a:rPr lang="nl-NL" dirty="0" err="1"/>
              <a:t>clinicians</a:t>
            </a:r>
            <a:r>
              <a:rPr lang="nl-NL" dirty="0"/>
              <a:t> </a:t>
            </a:r>
            <a:r>
              <a:rPr lang="nl-NL" dirty="0" err="1"/>
              <a:t>actually</a:t>
            </a:r>
            <a:r>
              <a:rPr lang="nl-NL" dirty="0"/>
              <a:t> </a:t>
            </a:r>
            <a:r>
              <a:rPr lang="nl-NL" dirty="0" err="1"/>
              <a:t>measure</a:t>
            </a:r>
            <a:r>
              <a:rPr lang="nl-NL" dirty="0"/>
              <a:t>.</a:t>
            </a:r>
          </a:p>
          <a:p>
            <a:pPr rtl="0"/>
            <a:r>
              <a:rPr lang="nl-NL" dirty="0"/>
              <a:t>The take-home </a:t>
            </a:r>
            <a:r>
              <a:rPr lang="nl-NL" dirty="0" err="1"/>
              <a:t>message</a:t>
            </a:r>
            <a:r>
              <a:rPr lang="nl-NL" dirty="0"/>
              <a:t>: </a:t>
            </a:r>
            <a:r>
              <a:rPr lang="nl-NL" dirty="0" err="1"/>
              <a:t>for</a:t>
            </a:r>
            <a:r>
              <a:rPr lang="nl-NL" dirty="0"/>
              <a:t> a CKD </a:t>
            </a:r>
            <a:r>
              <a:rPr lang="nl-NL" dirty="0" err="1"/>
              <a:t>patient</a:t>
            </a:r>
            <a:r>
              <a:rPr lang="nl-NL" dirty="0"/>
              <a:t>,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give</a:t>
            </a:r>
            <a:r>
              <a:rPr lang="nl-NL" dirty="0"/>
              <a:t> a drug </a:t>
            </a:r>
            <a:r>
              <a:rPr lang="nl-NL" dirty="0" err="1"/>
              <a:t>can</a:t>
            </a:r>
            <a:r>
              <a:rPr lang="nl-NL" dirty="0"/>
              <a:t> matter as </a:t>
            </a:r>
            <a:r>
              <a:rPr lang="nl-NL" dirty="0" err="1"/>
              <a:t>much</a:t>
            </a:r>
            <a:r>
              <a:rPr lang="nl-NL" dirty="0"/>
              <a:t> as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much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give</a:t>
            </a:r>
            <a:r>
              <a:rPr lang="nl-NL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8623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daily dose, two schedules. Bars would match if only total dose mattered; they do not.</a:t>
            </a:r>
          </a:p>
          <a:p>
            <a:r>
              <a:t>TID keeps OAT1 occupied; QD leaves a trough for toxin clearance.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0294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summarise</a:t>
            </a:r>
            <a:r>
              <a:rPr lang="nl-NL" dirty="0"/>
              <a:t>: we built a </a:t>
            </a:r>
            <a:r>
              <a:rPr lang="nl-NL" dirty="0" err="1"/>
              <a:t>mechanistic</a:t>
            </a:r>
            <a:r>
              <a:rPr lang="nl-NL" dirty="0"/>
              <a:t> PBPK model of OAT1-mediated </a:t>
            </a:r>
            <a:r>
              <a:rPr lang="nl-NL" dirty="0" err="1"/>
              <a:t>competition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furosemide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three</a:t>
            </a:r>
            <a:r>
              <a:rPr lang="nl-NL" dirty="0"/>
              <a:t> </a:t>
            </a:r>
            <a:r>
              <a:rPr lang="nl-NL" dirty="0" err="1"/>
              <a:t>uremic</a:t>
            </a:r>
            <a:r>
              <a:rPr lang="nl-NL" dirty="0"/>
              <a:t> </a:t>
            </a:r>
            <a:r>
              <a:rPr lang="nl-NL" dirty="0" err="1"/>
              <a:t>toxins</a:t>
            </a:r>
            <a:r>
              <a:rPr lang="nl-NL" dirty="0"/>
              <a:t>; </a:t>
            </a:r>
          </a:p>
          <a:p>
            <a:pPr rtl="0"/>
            <a:endParaRPr lang="nl-NL" dirty="0"/>
          </a:p>
          <a:p>
            <a:pPr rtl="0"/>
            <a:r>
              <a:rPr lang="nl-NL" dirty="0"/>
              <a:t>we </a:t>
            </a:r>
            <a:r>
              <a:rPr lang="nl-NL" dirty="0" err="1"/>
              <a:t>checked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against</a:t>
            </a:r>
            <a:r>
              <a:rPr lang="nl-NL" dirty="0"/>
              <a:t> </a:t>
            </a:r>
            <a:r>
              <a:rPr lang="nl-NL" dirty="0" err="1"/>
              <a:t>clinical</a:t>
            </a:r>
            <a:r>
              <a:rPr lang="nl-NL" dirty="0"/>
              <a:t> data; </a:t>
            </a:r>
            <a:r>
              <a:rPr lang="nl-NL" dirty="0" err="1"/>
              <a:t>and</a:t>
            </a:r>
            <a:r>
              <a:rPr lang="nl-NL" dirty="0"/>
              <a:t> </a:t>
            </a:r>
          </a:p>
          <a:p>
            <a:pPr rtl="0"/>
            <a:endParaRPr lang="nl-NL" dirty="0"/>
          </a:p>
          <a:p>
            <a:pPr rtl="0"/>
            <a:r>
              <a:rPr lang="nl-NL" dirty="0"/>
              <a:t>we </a:t>
            </a:r>
            <a:r>
              <a:rPr lang="nl-NL" dirty="0" err="1"/>
              <a:t>showed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dosing</a:t>
            </a:r>
            <a:r>
              <a:rPr lang="nl-NL" dirty="0"/>
              <a:t> </a:t>
            </a:r>
            <a:r>
              <a:rPr lang="nl-NL" dirty="0" err="1"/>
              <a:t>schedule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total</a:t>
            </a:r>
            <a:r>
              <a:rPr lang="nl-NL" dirty="0"/>
              <a:t> </a:t>
            </a:r>
            <a:r>
              <a:rPr lang="nl-NL" dirty="0" err="1"/>
              <a:t>daily</a:t>
            </a:r>
            <a:r>
              <a:rPr lang="nl-NL" dirty="0"/>
              <a:t> </a:t>
            </a:r>
            <a:r>
              <a:rPr lang="nl-NL" dirty="0" err="1"/>
              <a:t>dose</a:t>
            </a:r>
            <a:r>
              <a:rPr lang="nl-NL" dirty="0"/>
              <a:t> </a:t>
            </a:r>
            <a:r>
              <a:rPr lang="nl-NL" dirty="0" err="1"/>
              <a:t>independently</a:t>
            </a:r>
            <a:r>
              <a:rPr lang="nl-NL" dirty="0"/>
              <a:t> drives </a:t>
            </a:r>
            <a:r>
              <a:rPr lang="nl-NL" dirty="0" err="1"/>
              <a:t>toxin</a:t>
            </a:r>
            <a:r>
              <a:rPr lang="nl-NL" dirty="0"/>
              <a:t> exposure. </a:t>
            </a:r>
          </a:p>
          <a:p>
            <a:pPr rtl="0"/>
            <a:endParaRPr lang="nl-NL" dirty="0"/>
          </a:p>
          <a:p>
            <a:pPr rtl="0"/>
            <a:r>
              <a:rPr lang="nl-NL" dirty="0"/>
              <a:t>The take-home </a:t>
            </a:r>
            <a:r>
              <a:rPr lang="nl-NL" dirty="0" err="1"/>
              <a:t>message</a:t>
            </a:r>
            <a:r>
              <a:rPr lang="nl-NL" dirty="0"/>
              <a:t>: </a:t>
            </a:r>
            <a:r>
              <a:rPr lang="nl-NL" dirty="0" err="1"/>
              <a:t>for</a:t>
            </a:r>
            <a:r>
              <a:rPr lang="nl-NL" dirty="0"/>
              <a:t> a CKD </a:t>
            </a:r>
            <a:r>
              <a:rPr lang="nl-NL" dirty="0" err="1"/>
              <a:t>patient</a:t>
            </a:r>
            <a:r>
              <a:rPr lang="nl-NL" dirty="0"/>
              <a:t>,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give</a:t>
            </a:r>
            <a:r>
              <a:rPr lang="nl-NL" dirty="0"/>
              <a:t> a drug </a:t>
            </a:r>
            <a:r>
              <a:rPr lang="nl-NL" dirty="0" err="1"/>
              <a:t>can</a:t>
            </a:r>
            <a:r>
              <a:rPr lang="nl-NL" dirty="0"/>
              <a:t> matter as </a:t>
            </a:r>
            <a:r>
              <a:rPr lang="nl-NL" dirty="0" err="1"/>
              <a:t>much</a:t>
            </a:r>
            <a:r>
              <a:rPr lang="nl-NL" dirty="0"/>
              <a:t> as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much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give</a:t>
            </a:r>
            <a:r>
              <a:rPr lang="nl-NL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040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A few </a:t>
            </a:r>
            <a:r>
              <a:rPr lang="nl-NL" dirty="0" err="1"/>
              <a:t>natural</a:t>
            </a:r>
            <a:r>
              <a:rPr lang="nl-NL" dirty="0"/>
              <a:t> next steps. First, </a:t>
            </a:r>
            <a:r>
              <a:rPr lang="nl-NL" dirty="0" err="1"/>
              <a:t>adding</a:t>
            </a:r>
            <a:r>
              <a:rPr lang="nl-NL" dirty="0"/>
              <a:t> OAT3-mediated </a:t>
            </a:r>
            <a:r>
              <a:rPr lang="nl-NL" dirty="0" err="1"/>
              <a:t>secretion</a:t>
            </a:r>
            <a:r>
              <a:rPr lang="nl-NL" dirty="0"/>
              <a:t> </a:t>
            </a:r>
            <a:r>
              <a:rPr lang="nl-NL" dirty="0" err="1"/>
              <a:t>alongside</a:t>
            </a:r>
            <a:r>
              <a:rPr lang="nl-NL" dirty="0"/>
              <a:t> OAT1. Second, </a:t>
            </a:r>
            <a:r>
              <a:rPr lang="nl-NL" dirty="0" err="1"/>
              <a:t>adding</a:t>
            </a:r>
            <a:r>
              <a:rPr lang="nl-NL" dirty="0"/>
              <a:t> </a:t>
            </a:r>
            <a:r>
              <a:rPr lang="nl-NL" dirty="0" err="1"/>
              <a:t>inter-patient</a:t>
            </a:r>
            <a:r>
              <a:rPr lang="nl-NL" dirty="0"/>
              <a:t> </a:t>
            </a:r>
            <a:r>
              <a:rPr lang="nl-NL" dirty="0" err="1"/>
              <a:t>variability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a virtual </a:t>
            </a:r>
            <a:r>
              <a:rPr lang="nl-NL" dirty="0" err="1"/>
              <a:t>population</a:t>
            </a:r>
            <a:r>
              <a:rPr lang="nl-NL" dirty="0"/>
              <a:t>, </a:t>
            </a:r>
            <a:r>
              <a:rPr lang="nl-NL" dirty="0" err="1"/>
              <a:t>so</a:t>
            </a:r>
            <a:r>
              <a:rPr lang="nl-NL" dirty="0"/>
              <a:t>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who</a:t>
            </a:r>
            <a:r>
              <a:rPr lang="nl-NL" dirty="0"/>
              <a:t> is most at risk.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third</a:t>
            </a:r>
            <a:r>
              <a:rPr lang="nl-NL" dirty="0"/>
              <a:t>, </a:t>
            </a:r>
            <a:r>
              <a:rPr lang="nl-NL" dirty="0" err="1"/>
              <a:t>extending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model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polypharmacy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OAT1/OAT3 </a:t>
            </a:r>
            <a:r>
              <a:rPr lang="nl-NL" dirty="0" err="1"/>
              <a:t>substrates</a:t>
            </a:r>
            <a:r>
              <a:rPr lang="nl-NL" dirty="0"/>
              <a:t> like </a:t>
            </a:r>
            <a:r>
              <a:rPr lang="nl-NL" dirty="0" err="1"/>
              <a:t>hydrochlorothiazide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multi</a:t>
            </a:r>
            <a:r>
              <a:rPr lang="nl-NL" dirty="0"/>
              <a:t>-drug </a:t>
            </a:r>
            <a:r>
              <a:rPr lang="nl-NL" dirty="0" err="1"/>
              <a:t>competition</a:t>
            </a:r>
            <a:r>
              <a:rPr lang="nl-NL" dirty="0"/>
              <a:t> more </a:t>
            </a:r>
            <a:r>
              <a:rPr lang="nl-NL" dirty="0" err="1"/>
              <a:t>broadly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C1A6-E47E-DF40-AB98-F2DD289AC486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011549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Relationship Id="rId3" Type="http://schemas.openxmlformats.org/officeDocument/2006/relationships/image" Target="../media/image2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Relationship Id="rId3" Type="http://schemas.openxmlformats.org/officeDocument/2006/relationships/image" Target="../media/image3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Relationship Id="rId3" Type="http://schemas.openxmlformats.org/officeDocument/2006/relationships/image" Target="../media/image2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1_Staal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505606"/>
            <a:ext cx="10161587" cy="2694794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80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4EBCFC3-C677-937E-C6E0-B70538F61D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10161588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48C193-F9ED-E62B-C0F7-8FC3A2AF00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03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Aardebru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505606"/>
            <a:ext cx="10161587" cy="2694794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89A5883-D172-1B4B-41C2-72797A803C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10161587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255E3CB-3FCF-BBA5-C445-01E62B6CF5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0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1_Nachtgro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505606"/>
            <a:ext cx="10161587" cy="2694794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7D3971A-C000-8029-1D6C-D2CE79630E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10161587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CC7737E-0B2C-FF27-3F5D-726664D81F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26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1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505606"/>
            <a:ext cx="10161587" cy="2694794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7C2D62D-DAE4-B08C-A859-B718110534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10161587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/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78167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_Staal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04E756E-1777-9219-E94E-D53C047131A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48682" y="-1066826"/>
            <a:ext cx="6853417" cy="7605336"/>
          </a:xfrm>
          <a:custGeom>
            <a:avLst/>
            <a:gdLst>
              <a:gd name="csX0" fmla="*/ 4050388 w 6853417"/>
              <a:gd name="csY0" fmla="*/ 119 h 7605336"/>
              <a:gd name="csX1" fmla="*/ 4507483 w 6853417"/>
              <a:gd name="csY1" fmla="*/ 8371 h 7605336"/>
              <a:gd name="csX2" fmla="*/ 4804480 w 6853417"/>
              <a:gd name="csY2" fmla="*/ 153648 h 7605336"/>
              <a:gd name="csX3" fmla="*/ 5895613 w 6853417"/>
              <a:gd name="csY3" fmla="*/ 1571530 h 7605336"/>
              <a:gd name="csX4" fmla="*/ 6582915 w 6853417"/>
              <a:gd name="csY4" fmla="*/ 2604881 h 7605336"/>
              <a:gd name="csX5" fmla="*/ 6851361 w 6853417"/>
              <a:gd name="csY5" fmla="*/ 3333726 h 7605336"/>
              <a:gd name="csX6" fmla="*/ 6671441 w 6853417"/>
              <a:gd name="csY6" fmla="*/ 4076934 h 7605336"/>
              <a:gd name="csX7" fmla="*/ 6671988 w 6853417"/>
              <a:gd name="csY7" fmla="*/ 4077345 h 7605336"/>
              <a:gd name="csX8" fmla="*/ 6672124 w 6853417"/>
              <a:gd name="csY8" fmla="*/ 4077482 h 7605336"/>
              <a:gd name="csX9" fmla="*/ 6027308 w 6853417"/>
              <a:gd name="csY9" fmla="*/ 6435421 h 7605336"/>
              <a:gd name="csX10" fmla="*/ 5574981 w 6853417"/>
              <a:gd name="csY10" fmla="*/ 7030480 h 7605336"/>
              <a:gd name="csX11" fmla="*/ 4924700 w 6853417"/>
              <a:gd name="csY11" fmla="*/ 7597222 h 7605336"/>
              <a:gd name="csX12" fmla="*/ 3458837 w 6853417"/>
              <a:gd name="csY12" fmla="*/ 7332387 h 7605336"/>
              <a:gd name="csX13" fmla="*/ 1338321 w 6853417"/>
              <a:gd name="csY13" fmla="*/ 6462096 h 7605336"/>
              <a:gd name="csX14" fmla="*/ 814681 w 6853417"/>
              <a:gd name="csY14" fmla="*/ 5937760 h 7605336"/>
              <a:gd name="csX15" fmla="*/ 205248 w 6853417"/>
              <a:gd name="csY15" fmla="*/ 5410688 h 7605336"/>
              <a:gd name="csX16" fmla="*/ 13170 w 6853417"/>
              <a:gd name="csY16" fmla="*/ 4763236 h 7605336"/>
              <a:gd name="csX17" fmla="*/ 130384 w 6853417"/>
              <a:gd name="csY17" fmla="*/ 3543980 h 7605336"/>
              <a:gd name="csX18" fmla="*/ 527383 w 6853417"/>
              <a:gd name="csY18" fmla="*/ 2736205 h 7605336"/>
              <a:gd name="csX19" fmla="*/ 1016870 w 6853417"/>
              <a:gd name="csY19" fmla="*/ 1530765 h 7605336"/>
              <a:gd name="csX20" fmla="*/ 1574663 w 6853417"/>
              <a:gd name="csY20" fmla="*/ 594265 h 7605336"/>
              <a:gd name="csX21" fmla="*/ 2475082 w 6853417"/>
              <a:gd name="csY21" fmla="*/ 139558 h 7605336"/>
              <a:gd name="csX22" fmla="*/ 3856655 w 6853417"/>
              <a:gd name="csY22" fmla="*/ 1669 h 7605336"/>
              <a:gd name="csX23" fmla="*/ 4050388 w 6853417"/>
              <a:gd name="csY23" fmla="*/ 119 h 76053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853417" h="7605336">
                <a:moveTo>
                  <a:pt x="4050388" y="119"/>
                </a:moveTo>
                <a:cubicBezTo>
                  <a:pt x="4264114" y="1139"/>
                  <a:pt x="4507483" y="8371"/>
                  <a:pt x="4507483" y="8371"/>
                </a:cubicBezTo>
                <a:cubicBezTo>
                  <a:pt x="4507483" y="8371"/>
                  <a:pt x="4650517" y="-15294"/>
                  <a:pt x="4804480" y="153648"/>
                </a:cubicBezTo>
                <a:cubicBezTo>
                  <a:pt x="4958034" y="322727"/>
                  <a:pt x="5785775" y="1410249"/>
                  <a:pt x="5895613" y="1571530"/>
                </a:cubicBezTo>
                <a:cubicBezTo>
                  <a:pt x="6005860" y="1732265"/>
                  <a:pt x="6509007" y="2491204"/>
                  <a:pt x="6582915" y="2604881"/>
                </a:cubicBezTo>
                <a:cubicBezTo>
                  <a:pt x="6657370" y="2718695"/>
                  <a:pt x="6876908" y="3033871"/>
                  <a:pt x="6851361" y="3333726"/>
                </a:cubicBezTo>
                <a:cubicBezTo>
                  <a:pt x="6825814" y="3633034"/>
                  <a:pt x="6671441" y="4076934"/>
                  <a:pt x="6671441" y="4076934"/>
                </a:cubicBezTo>
                <a:lnTo>
                  <a:pt x="6671988" y="4077345"/>
                </a:lnTo>
                <a:lnTo>
                  <a:pt x="6672124" y="4077482"/>
                </a:lnTo>
                <a:lnTo>
                  <a:pt x="6027308" y="6435421"/>
                </a:lnTo>
                <a:cubicBezTo>
                  <a:pt x="6027308" y="6435421"/>
                  <a:pt x="5856541" y="6739516"/>
                  <a:pt x="5574981" y="7030480"/>
                </a:cubicBezTo>
                <a:cubicBezTo>
                  <a:pt x="5293420" y="7321306"/>
                  <a:pt x="5017871" y="7560287"/>
                  <a:pt x="4924700" y="7597222"/>
                </a:cubicBezTo>
                <a:cubicBezTo>
                  <a:pt x="4832076" y="7634020"/>
                  <a:pt x="4055565" y="7545650"/>
                  <a:pt x="3458837" y="7332387"/>
                </a:cubicBezTo>
                <a:cubicBezTo>
                  <a:pt x="2862245" y="7119670"/>
                  <a:pt x="1338321" y="6462096"/>
                  <a:pt x="1338321" y="6462096"/>
                </a:cubicBezTo>
                <a:cubicBezTo>
                  <a:pt x="1338321" y="6462096"/>
                  <a:pt x="938043" y="6058139"/>
                  <a:pt x="814681" y="5937760"/>
                </a:cubicBezTo>
                <a:cubicBezTo>
                  <a:pt x="691183" y="5816970"/>
                  <a:pt x="296916" y="5567318"/>
                  <a:pt x="205248" y="5410688"/>
                </a:cubicBezTo>
                <a:cubicBezTo>
                  <a:pt x="113581" y="5254057"/>
                  <a:pt x="52514" y="5145442"/>
                  <a:pt x="13170" y="4763236"/>
                </a:cubicBezTo>
                <a:cubicBezTo>
                  <a:pt x="-26175" y="4381167"/>
                  <a:pt x="25465" y="3840279"/>
                  <a:pt x="130384" y="3543980"/>
                </a:cubicBezTo>
                <a:cubicBezTo>
                  <a:pt x="235303" y="3248092"/>
                  <a:pt x="421917" y="2974228"/>
                  <a:pt x="527383" y="2736205"/>
                </a:cubicBezTo>
                <a:cubicBezTo>
                  <a:pt x="632849" y="2498318"/>
                  <a:pt x="865092" y="1838828"/>
                  <a:pt x="1016870" y="1530765"/>
                </a:cubicBezTo>
                <a:cubicBezTo>
                  <a:pt x="1169057" y="1222566"/>
                  <a:pt x="1433131" y="733660"/>
                  <a:pt x="1574663" y="594265"/>
                </a:cubicBezTo>
                <a:cubicBezTo>
                  <a:pt x="1716194" y="454871"/>
                  <a:pt x="2209096" y="203168"/>
                  <a:pt x="2475082" y="139558"/>
                </a:cubicBezTo>
                <a:cubicBezTo>
                  <a:pt x="2741069" y="76085"/>
                  <a:pt x="3638483" y="7961"/>
                  <a:pt x="3856655" y="1669"/>
                </a:cubicBezTo>
                <a:cubicBezTo>
                  <a:pt x="3911198" y="130"/>
                  <a:pt x="3979146" y="-220"/>
                  <a:pt x="4050388" y="119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505606"/>
            <a:ext cx="6605587" cy="2694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C2CC66-6049-4176-FB76-8F1D028F3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6605587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52683-26FE-31B8-9356-7A423FB0D91D}"/>
              </a:ext>
            </a:extLst>
          </p:cNvPr>
          <p:cNvSpPr txBox="1"/>
          <p:nvPr userDrawn="1"/>
        </p:nvSpPr>
        <p:spPr>
          <a:xfrm>
            <a:off x="-2160000" y="914400"/>
            <a:ext cx="1981200" cy="183041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bg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GB" sz="1000" dirty="0">
                <a:solidFill>
                  <a:schemeClr val="bg1"/>
                </a:solidFill>
              </a:rPr>
              <a:t>Use the </a:t>
            </a:r>
            <a:r>
              <a:rPr lang="en-GB" sz="1000" b="1" dirty="0">
                <a:solidFill>
                  <a:schemeClr val="bg1"/>
                </a:solidFill>
              </a:rPr>
              <a:t>Crop</a:t>
            </a:r>
            <a:r>
              <a:rPr lang="en-GB" sz="1000" dirty="0">
                <a:solidFill>
                  <a:schemeClr val="bg1"/>
                </a:solidFill>
              </a:rPr>
              <a:t> tool to reposition the image.</a:t>
            </a:r>
          </a:p>
          <a:p>
            <a:r>
              <a:rPr lang="en-GB" sz="1000" dirty="0">
                <a:solidFill>
                  <a:schemeClr val="bg1"/>
                </a:solidFill>
              </a:rPr>
              <a:t>Select the image, then go to </a:t>
            </a:r>
            <a:r>
              <a:rPr lang="en-GB" sz="1000" b="1" dirty="0">
                <a:solidFill>
                  <a:schemeClr val="bg1"/>
                </a:solidFill>
              </a:rPr>
              <a:t>Picture Format → Crop</a:t>
            </a:r>
            <a:r>
              <a:rPr lang="en-GB" sz="1000" dirty="0">
                <a:solidFill>
                  <a:schemeClr val="bg1"/>
                </a:solidFill>
              </a:rPr>
              <a:t>.</a:t>
            </a: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56596F0-DD29-CAAB-F061-77E146FE70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93900" y="2120900"/>
            <a:ext cx="469900" cy="4699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3E911D-436E-3380-DDD7-99246A53CA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54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_Aardebru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04E756E-1777-9219-E94E-D53C047131A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48682" y="-1066826"/>
            <a:ext cx="6853417" cy="7605336"/>
          </a:xfrm>
          <a:custGeom>
            <a:avLst/>
            <a:gdLst>
              <a:gd name="csX0" fmla="*/ 4050388 w 6853417"/>
              <a:gd name="csY0" fmla="*/ 119 h 7605336"/>
              <a:gd name="csX1" fmla="*/ 4507483 w 6853417"/>
              <a:gd name="csY1" fmla="*/ 8371 h 7605336"/>
              <a:gd name="csX2" fmla="*/ 4804480 w 6853417"/>
              <a:gd name="csY2" fmla="*/ 153648 h 7605336"/>
              <a:gd name="csX3" fmla="*/ 5895613 w 6853417"/>
              <a:gd name="csY3" fmla="*/ 1571530 h 7605336"/>
              <a:gd name="csX4" fmla="*/ 6582915 w 6853417"/>
              <a:gd name="csY4" fmla="*/ 2604881 h 7605336"/>
              <a:gd name="csX5" fmla="*/ 6851361 w 6853417"/>
              <a:gd name="csY5" fmla="*/ 3333726 h 7605336"/>
              <a:gd name="csX6" fmla="*/ 6671441 w 6853417"/>
              <a:gd name="csY6" fmla="*/ 4076934 h 7605336"/>
              <a:gd name="csX7" fmla="*/ 6671988 w 6853417"/>
              <a:gd name="csY7" fmla="*/ 4077345 h 7605336"/>
              <a:gd name="csX8" fmla="*/ 6672124 w 6853417"/>
              <a:gd name="csY8" fmla="*/ 4077482 h 7605336"/>
              <a:gd name="csX9" fmla="*/ 6027308 w 6853417"/>
              <a:gd name="csY9" fmla="*/ 6435421 h 7605336"/>
              <a:gd name="csX10" fmla="*/ 5574981 w 6853417"/>
              <a:gd name="csY10" fmla="*/ 7030480 h 7605336"/>
              <a:gd name="csX11" fmla="*/ 4924700 w 6853417"/>
              <a:gd name="csY11" fmla="*/ 7597222 h 7605336"/>
              <a:gd name="csX12" fmla="*/ 3458837 w 6853417"/>
              <a:gd name="csY12" fmla="*/ 7332387 h 7605336"/>
              <a:gd name="csX13" fmla="*/ 1338321 w 6853417"/>
              <a:gd name="csY13" fmla="*/ 6462096 h 7605336"/>
              <a:gd name="csX14" fmla="*/ 814681 w 6853417"/>
              <a:gd name="csY14" fmla="*/ 5937760 h 7605336"/>
              <a:gd name="csX15" fmla="*/ 205248 w 6853417"/>
              <a:gd name="csY15" fmla="*/ 5410688 h 7605336"/>
              <a:gd name="csX16" fmla="*/ 13170 w 6853417"/>
              <a:gd name="csY16" fmla="*/ 4763236 h 7605336"/>
              <a:gd name="csX17" fmla="*/ 130384 w 6853417"/>
              <a:gd name="csY17" fmla="*/ 3543980 h 7605336"/>
              <a:gd name="csX18" fmla="*/ 527383 w 6853417"/>
              <a:gd name="csY18" fmla="*/ 2736205 h 7605336"/>
              <a:gd name="csX19" fmla="*/ 1016870 w 6853417"/>
              <a:gd name="csY19" fmla="*/ 1530765 h 7605336"/>
              <a:gd name="csX20" fmla="*/ 1574663 w 6853417"/>
              <a:gd name="csY20" fmla="*/ 594265 h 7605336"/>
              <a:gd name="csX21" fmla="*/ 2475082 w 6853417"/>
              <a:gd name="csY21" fmla="*/ 139558 h 7605336"/>
              <a:gd name="csX22" fmla="*/ 3856655 w 6853417"/>
              <a:gd name="csY22" fmla="*/ 1669 h 7605336"/>
              <a:gd name="csX23" fmla="*/ 4050388 w 6853417"/>
              <a:gd name="csY23" fmla="*/ 119 h 76053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853417" h="7605336">
                <a:moveTo>
                  <a:pt x="4050388" y="119"/>
                </a:moveTo>
                <a:cubicBezTo>
                  <a:pt x="4264114" y="1139"/>
                  <a:pt x="4507483" y="8371"/>
                  <a:pt x="4507483" y="8371"/>
                </a:cubicBezTo>
                <a:cubicBezTo>
                  <a:pt x="4507483" y="8371"/>
                  <a:pt x="4650517" y="-15294"/>
                  <a:pt x="4804480" y="153648"/>
                </a:cubicBezTo>
                <a:cubicBezTo>
                  <a:pt x="4958034" y="322727"/>
                  <a:pt x="5785775" y="1410249"/>
                  <a:pt x="5895613" y="1571530"/>
                </a:cubicBezTo>
                <a:cubicBezTo>
                  <a:pt x="6005860" y="1732265"/>
                  <a:pt x="6509007" y="2491204"/>
                  <a:pt x="6582915" y="2604881"/>
                </a:cubicBezTo>
                <a:cubicBezTo>
                  <a:pt x="6657370" y="2718695"/>
                  <a:pt x="6876908" y="3033871"/>
                  <a:pt x="6851361" y="3333726"/>
                </a:cubicBezTo>
                <a:cubicBezTo>
                  <a:pt x="6825814" y="3633034"/>
                  <a:pt x="6671441" y="4076934"/>
                  <a:pt x="6671441" y="4076934"/>
                </a:cubicBezTo>
                <a:lnTo>
                  <a:pt x="6671988" y="4077345"/>
                </a:lnTo>
                <a:lnTo>
                  <a:pt x="6672124" y="4077482"/>
                </a:lnTo>
                <a:lnTo>
                  <a:pt x="6027308" y="6435421"/>
                </a:lnTo>
                <a:cubicBezTo>
                  <a:pt x="6027308" y="6435421"/>
                  <a:pt x="5856541" y="6739516"/>
                  <a:pt x="5574981" y="7030480"/>
                </a:cubicBezTo>
                <a:cubicBezTo>
                  <a:pt x="5293420" y="7321306"/>
                  <a:pt x="5017871" y="7560287"/>
                  <a:pt x="4924700" y="7597222"/>
                </a:cubicBezTo>
                <a:cubicBezTo>
                  <a:pt x="4832076" y="7634020"/>
                  <a:pt x="4055565" y="7545650"/>
                  <a:pt x="3458837" y="7332387"/>
                </a:cubicBezTo>
                <a:cubicBezTo>
                  <a:pt x="2862245" y="7119670"/>
                  <a:pt x="1338321" y="6462096"/>
                  <a:pt x="1338321" y="6462096"/>
                </a:cubicBezTo>
                <a:cubicBezTo>
                  <a:pt x="1338321" y="6462096"/>
                  <a:pt x="938043" y="6058139"/>
                  <a:pt x="814681" y="5937760"/>
                </a:cubicBezTo>
                <a:cubicBezTo>
                  <a:pt x="691183" y="5816970"/>
                  <a:pt x="296916" y="5567318"/>
                  <a:pt x="205248" y="5410688"/>
                </a:cubicBezTo>
                <a:cubicBezTo>
                  <a:pt x="113581" y="5254057"/>
                  <a:pt x="52514" y="5145442"/>
                  <a:pt x="13170" y="4763236"/>
                </a:cubicBezTo>
                <a:cubicBezTo>
                  <a:pt x="-26175" y="4381167"/>
                  <a:pt x="25465" y="3840279"/>
                  <a:pt x="130384" y="3543980"/>
                </a:cubicBezTo>
                <a:cubicBezTo>
                  <a:pt x="235303" y="3248092"/>
                  <a:pt x="421917" y="2974228"/>
                  <a:pt x="527383" y="2736205"/>
                </a:cubicBezTo>
                <a:cubicBezTo>
                  <a:pt x="632849" y="2498318"/>
                  <a:pt x="865092" y="1838828"/>
                  <a:pt x="1016870" y="1530765"/>
                </a:cubicBezTo>
                <a:cubicBezTo>
                  <a:pt x="1169057" y="1222566"/>
                  <a:pt x="1433131" y="733660"/>
                  <a:pt x="1574663" y="594265"/>
                </a:cubicBezTo>
                <a:cubicBezTo>
                  <a:pt x="1716194" y="454871"/>
                  <a:pt x="2209096" y="203168"/>
                  <a:pt x="2475082" y="139558"/>
                </a:cubicBezTo>
                <a:cubicBezTo>
                  <a:pt x="2741069" y="76085"/>
                  <a:pt x="3638483" y="7961"/>
                  <a:pt x="3856655" y="1669"/>
                </a:cubicBezTo>
                <a:cubicBezTo>
                  <a:pt x="3911198" y="130"/>
                  <a:pt x="3979146" y="-220"/>
                  <a:pt x="4050388" y="11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505606"/>
            <a:ext cx="6605587" cy="2694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910660E-2A73-D5E9-9691-84E938A1DA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6605587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81A86A-02C8-AE4A-11EA-A7D4A7A242F2}"/>
              </a:ext>
            </a:extLst>
          </p:cNvPr>
          <p:cNvSpPr txBox="1"/>
          <p:nvPr userDrawn="1"/>
        </p:nvSpPr>
        <p:spPr>
          <a:xfrm>
            <a:off x="-2160000" y="914400"/>
            <a:ext cx="1981200" cy="183041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bg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GB" sz="1000" dirty="0">
                <a:solidFill>
                  <a:schemeClr val="bg1"/>
                </a:solidFill>
              </a:rPr>
              <a:t>Use the </a:t>
            </a:r>
            <a:r>
              <a:rPr lang="en-GB" sz="1000" b="1" dirty="0">
                <a:solidFill>
                  <a:schemeClr val="bg1"/>
                </a:solidFill>
              </a:rPr>
              <a:t>Crop</a:t>
            </a:r>
            <a:r>
              <a:rPr lang="en-GB" sz="1000" dirty="0">
                <a:solidFill>
                  <a:schemeClr val="bg1"/>
                </a:solidFill>
              </a:rPr>
              <a:t> tool to reposition the image.</a:t>
            </a:r>
          </a:p>
          <a:p>
            <a:r>
              <a:rPr lang="en-GB" sz="1000" dirty="0">
                <a:solidFill>
                  <a:schemeClr val="bg1"/>
                </a:solidFill>
              </a:rPr>
              <a:t>Select the image, then go to </a:t>
            </a:r>
            <a:r>
              <a:rPr lang="en-GB" sz="1000" b="1" dirty="0">
                <a:solidFill>
                  <a:schemeClr val="bg1"/>
                </a:solidFill>
              </a:rPr>
              <a:t>Picture Format → Crop</a:t>
            </a:r>
            <a:r>
              <a:rPr lang="en-GB" sz="1000" dirty="0">
                <a:solidFill>
                  <a:schemeClr val="bg1"/>
                </a:solidFill>
              </a:rPr>
              <a:t>.</a:t>
            </a: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C0A016D-94E0-A482-BEB4-A5F86C54BC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93900" y="2120900"/>
            <a:ext cx="469900" cy="4699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BB02930-703E-C363-70A0-12D2642AF9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02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_Nachtgro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04E756E-1777-9219-E94E-D53C047131A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48682" y="-1066826"/>
            <a:ext cx="6853417" cy="7605336"/>
          </a:xfrm>
          <a:custGeom>
            <a:avLst/>
            <a:gdLst>
              <a:gd name="csX0" fmla="*/ 4050388 w 6853417"/>
              <a:gd name="csY0" fmla="*/ 119 h 7605336"/>
              <a:gd name="csX1" fmla="*/ 4507483 w 6853417"/>
              <a:gd name="csY1" fmla="*/ 8371 h 7605336"/>
              <a:gd name="csX2" fmla="*/ 4804480 w 6853417"/>
              <a:gd name="csY2" fmla="*/ 153648 h 7605336"/>
              <a:gd name="csX3" fmla="*/ 5895613 w 6853417"/>
              <a:gd name="csY3" fmla="*/ 1571530 h 7605336"/>
              <a:gd name="csX4" fmla="*/ 6582915 w 6853417"/>
              <a:gd name="csY4" fmla="*/ 2604881 h 7605336"/>
              <a:gd name="csX5" fmla="*/ 6851361 w 6853417"/>
              <a:gd name="csY5" fmla="*/ 3333726 h 7605336"/>
              <a:gd name="csX6" fmla="*/ 6671441 w 6853417"/>
              <a:gd name="csY6" fmla="*/ 4076934 h 7605336"/>
              <a:gd name="csX7" fmla="*/ 6671988 w 6853417"/>
              <a:gd name="csY7" fmla="*/ 4077345 h 7605336"/>
              <a:gd name="csX8" fmla="*/ 6672124 w 6853417"/>
              <a:gd name="csY8" fmla="*/ 4077482 h 7605336"/>
              <a:gd name="csX9" fmla="*/ 6027308 w 6853417"/>
              <a:gd name="csY9" fmla="*/ 6435421 h 7605336"/>
              <a:gd name="csX10" fmla="*/ 5574981 w 6853417"/>
              <a:gd name="csY10" fmla="*/ 7030480 h 7605336"/>
              <a:gd name="csX11" fmla="*/ 4924700 w 6853417"/>
              <a:gd name="csY11" fmla="*/ 7597222 h 7605336"/>
              <a:gd name="csX12" fmla="*/ 3458837 w 6853417"/>
              <a:gd name="csY12" fmla="*/ 7332387 h 7605336"/>
              <a:gd name="csX13" fmla="*/ 1338321 w 6853417"/>
              <a:gd name="csY13" fmla="*/ 6462096 h 7605336"/>
              <a:gd name="csX14" fmla="*/ 814681 w 6853417"/>
              <a:gd name="csY14" fmla="*/ 5937760 h 7605336"/>
              <a:gd name="csX15" fmla="*/ 205248 w 6853417"/>
              <a:gd name="csY15" fmla="*/ 5410688 h 7605336"/>
              <a:gd name="csX16" fmla="*/ 13170 w 6853417"/>
              <a:gd name="csY16" fmla="*/ 4763236 h 7605336"/>
              <a:gd name="csX17" fmla="*/ 130384 w 6853417"/>
              <a:gd name="csY17" fmla="*/ 3543980 h 7605336"/>
              <a:gd name="csX18" fmla="*/ 527383 w 6853417"/>
              <a:gd name="csY18" fmla="*/ 2736205 h 7605336"/>
              <a:gd name="csX19" fmla="*/ 1016870 w 6853417"/>
              <a:gd name="csY19" fmla="*/ 1530765 h 7605336"/>
              <a:gd name="csX20" fmla="*/ 1574663 w 6853417"/>
              <a:gd name="csY20" fmla="*/ 594265 h 7605336"/>
              <a:gd name="csX21" fmla="*/ 2475082 w 6853417"/>
              <a:gd name="csY21" fmla="*/ 139558 h 7605336"/>
              <a:gd name="csX22" fmla="*/ 3856655 w 6853417"/>
              <a:gd name="csY22" fmla="*/ 1669 h 7605336"/>
              <a:gd name="csX23" fmla="*/ 4050388 w 6853417"/>
              <a:gd name="csY23" fmla="*/ 119 h 76053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853417" h="7605336">
                <a:moveTo>
                  <a:pt x="4050388" y="119"/>
                </a:moveTo>
                <a:cubicBezTo>
                  <a:pt x="4264114" y="1139"/>
                  <a:pt x="4507483" y="8371"/>
                  <a:pt x="4507483" y="8371"/>
                </a:cubicBezTo>
                <a:cubicBezTo>
                  <a:pt x="4507483" y="8371"/>
                  <a:pt x="4650517" y="-15294"/>
                  <a:pt x="4804480" y="153648"/>
                </a:cubicBezTo>
                <a:cubicBezTo>
                  <a:pt x="4958034" y="322727"/>
                  <a:pt x="5785775" y="1410249"/>
                  <a:pt x="5895613" y="1571530"/>
                </a:cubicBezTo>
                <a:cubicBezTo>
                  <a:pt x="6005860" y="1732265"/>
                  <a:pt x="6509007" y="2491204"/>
                  <a:pt x="6582915" y="2604881"/>
                </a:cubicBezTo>
                <a:cubicBezTo>
                  <a:pt x="6657370" y="2718695"/>
                  <a:pt x="6876908" y="3033871"/>
                  <a:pt x="6851361" y="3333726"/>
                </a:cubicBezTo>
                <a:cubicBezTo>
                  <a:pt x="6825814" y="3633034"/>
                  <a:pt x="6671441" y="4076934"/>
                  <a:pt x="6671441" y="4076934"/>
                </a:cubicBezTo>
                <a:lnTo>
                  <a:pt x="6671988" y="4077345"/>
                </a:lnTo>
                <a:lnTo>
                  <a:pt x="6672124" y="4077482"/>
                </a:lnTo>
                <a:lnTo>
                  <a:pt x="6027308" y="6435421"/>
                </a:lnTo>
                <a:cubicBezTo>
                  <a:pt x="6027308" y="6435421"/>
                  <a:pt x="5856541" y="6739516"/>
                  <a:pt x="5574981" y="7030480"/>
                </a:cubicBezTo>
                <a:cubicBezTo>
                  <a:pt x="5293420" y="7321306"/>
                  <a:pt x="5017871" y="7560287"/>
                  <a:pt x="4924700" y="7597222"/>
                </a:cubicBezTo>
                <a:cubicBezTo>
                  <a:pt x="4832076" y="7634020"/>
                  <a:pt x="4055565" y="7545650"/>
                  <a:pt x="3458837" y="7332387"/>
                </a:cubicBezTo>
                <a:cubicBezTo>
                  <a:pt x="2862245" y="7119670"/>
                  <a:pt x="1338321" y="6462096"/>
                  <a:pt x="1338321" y="6462096"/>
                </a:cubicBezTo>
                <a:cubicBezTo>
                  <a:pt x="1338321" y="6462096"/>
                  <a:pt x="938043" y="6058139"/>
                  <a:pt x="814681" y="5937760"/>
                </a:cubicBezTo>
                <a:cubicBezTo>
                  <a:pt x="691183" y="5816970"/>
                  <a:pt x="296916" y="5567318"/>
                  <a:pt x="205248" y="5410688"/>
                </a:cubicBezTo>
                <a:cubicBezTo>
                  <a:pt x="113581" y="5254057"/>
                  <a:pt x="52514" y="5145442"/>
                  <a:pt x="13170" y="4763236"/>
                </a:cubicBezTo>
                <a:cubicBezTo>
                  <a:pt x="-26175" y="4381167"/>
                  <a:pt x="25465" y="3840279"/>
                  <a:pt x="130384" y="3543980"/>
                </a:cubicBezTo>
                <a:cubicBezTo>
                  <a:pt x="235303" y="3248092"/>
                  <a:pt x="421917" y="2974228"/>
                  <a:pt x="527383" y="2736205"/>
                </a:cubicBezTo>
                <a:cubicBezTo>
                  <a:pt x="632849" y="2498318"/>
                  <a:pt x="865092" y="1838828"/>
                  <a:pt x="1016870" y="1530765"/>
                </a:cubicBezTo>
                <a:cubicBezTo>
                  <a:pt x="1169057" y="1222566"/>
                  <a:pt x="1433131" y="733660"/>
                  <a:pt x="1574663" y="594265"/>
                </a:cubicBezTo>
                <a:cubicBezTo>
                  <a:pt x="1716194" y="454871"/>
                  <a:pt x="2209096" y="203168"/>
                  <a:pt x="2475082" y="139558"/>
                </a:cubicBezTo>
                <a:cubicBezTo>
                  <a:pt x="2741069" y="76085"/>
                  <a:pt x="3638483" y="7961"/>
                  <a:pt x="3856655" y="1669"/>
                </a:cubicBezTo>
                <a:cubicBezTo>
                  <a:pt x="3911198" y="130"/>
                  <a:pt x="3979146" y="-220"/>
                  <a:pt x="4050388" y="11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505606"/>
            <a:ext cx="6605587" cy="2694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0530C95-9290-EE76-661C-6A769B3483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6605587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D3248B-1758-61EF-853F-94F09123876A}"/>
              </a:ext>
            </a:extLst>
          </p:cNvPr>
          <p:cNvSpPr txBox="1"/>
          <p:nvPr userDrawn="1"/>
        </p:nvSpPr>
        <p:spPr>
          <a:xfrm>
            <a:off x="-2160000" y="914400"/>
            <a:ext cx="1981200" cy="183041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bg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GB" sz="1000" dirty="0">
                <a:solidFill>
                  <a:schemeClr val="bg1"/>
                </a:solidFill>
              </a:rPr>
              <a:t>Use the </a:t>
            </a:r>
            <a:r>
              <a:rPr lang="en-GB" sz="1000" b="1" dirty="0">
                <a:solidFill>
                  <a:schemeClr val="bg1"/>
                </a:solidFill>
              </a:rPr>
              <a:t>Crop</a:t>
            </a:r>
            <a:r>
              <a:rPr lang="en-GB" sz="1000" dirty="0">
                <a:solidFill>
                  <a:schemeClr val="bg1"/>
                </a:solidFill>
              </a:rPr>
              <a:t> tool to reposition the image.</a:t>
            </a:r>
          </a:p>
          <a:p>
            <a:r>
              <a:rPr lang="en-GB" sz="1000" dirty="0">
                <a:solidFill>
                  <a:schemeClr val="bg1"/>
                </a:solidFill>
              </a:rPr>
              <a:t>Select the image, then go to </a:t>
            </a:r>
            <a:r>
              <a:rPr lang="en-GB" sz="1000" b="1" dirty="0">
                <a:solidFill>
                  <a:schemeClr val="bg1"/>
                </a:solidFill>
              </a:rPr>
              <a:t>Picture Format → Crop</a:t>
            </a:r>
            <a:r>
              <a:rPr lang="en-GB" sz="1000" dirty="0">
                <a:solidFill>
                  <a:schemeClr val="bg1"/>
                </a:solidFill>
              </a:rPr>
              <a:t>.</a:t>
            </a: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43713D-749B-8238-CE8C-728FDA4493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93900" y="2120900"/>
            <a:ext cx="469900" cy="4699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8ABA061-DAA5-9305-0F83-6AFFBE9162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15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04E756E-1777-9219-E94E-D53C047131A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48682" y="-1066826"/>
            <a:ext cx="6853417" cy="7605336"/>
          </a:xfrm>
          <a:custGeom>
            <a:avLst/>
            <a:gdLst>
              <a:gd name="csX0" fmla="*/ 4050388 w 6853417"/>
              <a:gd name="csY0" fmla="*/ 119 h 7605336"/>
              <a:gd name="csX1" fmla="*/ 4507483 w 6853417"/>
              <a:gd name="csY1" fmla="*/ 8371 h 7605336"/>
              <a:gd name="csX2" fmla="*/ 4804480 w 6853417"/>
              <a:gd name="csY2" fmla="*/ 153648 h 7605336"/>
              <a:gd name="csX3" fmla="*/ 5895613 w 6853417"/>
              <a:gd name="csY3" fmla="*/ 1571530 h 7605336"/>
              <a:gd name="csX4" fmla="*/ 6582915 w 6853417"/>
              <a:gd name="csY4" fmla="*/ 2604881 h 7605336"/>
              <a:gd name="csX5" fmla="*/ 6851361 w 6853417"/>
              <a:gd name="csY5" fmla="*/ 3333726 h 7605336"/>
              <a:gd name="csX6" fmla="*/ 6671441 w 6853417"/>
              <a:gd name="csY6" fmla="*/ 4076934 h 7605336"/>
              <a:gd name="csX7" fmla="*/ 6671988 w 6853417"/>
              <a:gd name="csY7" fmla="*/ 4077345 h 7605336"/>
              <a:gd name="csX8" fmla="*/ 6672124 w 6853417"/>
              <a:gd name="csY8" fmla="*/ 4077482 h 7605336"/>
              <a:gd name="csX9" fmla="*/ 6027308 w 6853417"/>
              <a:gd name="csY9" fmla="*/ 6435421 h 7605336"/>
              <a:gd name="csX10" fmla="*/ 5574981 w 6853417"/>
              <a:gd name="csY10" fmla="*/ 7030480 h 7605336"/>
              <a:gd name="csX11" fmla="*/ 4924700 w 6853417"/>
              <a:gd name="csY11" fmla="*/ 7597222 h 7605336"/>
              <a:gd name="csX12" fmla="*/ 3458837 w 6853417"/>
              <a:gd name="csY12" fmla="*/ 7332387 h 7605336"/>
              <a:gd name="csX13" fmla="*/ 1338321 w 6853417"/>
              <a:gd name="csY13" fmla="*/ 6462096 h 7605336"/>
              <a:gd name="csX14" fmla="*/ 814681 w 6853417"/>
              <a:gd name="csY14" fmla="*/ 5937760 h 7605336"/>
              <a:gd name="csX15" fmla="*/ 205248 w 6853417"/>
              <a:gd name="csY15" fmla="*/ 5410688 h 7605336"/>
              <a:gd name="csX16" fmla="*/ 13170 w 6853417"/>
              <a:gd name="csY16" fmla="*/ 4763236 h 7605336"/>
              <a:gd name="csX17" fmla="*/ 130384 w 6853417"/>
              <a:gd name="csY17" fmla="*/ 3543980 h 7605336"/>
              <a:gd name="csX18" fmla="*/ 527383 w 6853417"/>
              <a:gd name="csY18" fmla="*/ 2736205 h 7605336"/>
              <a:gd name="csX19" fmla="*/ 1016870 w 6853417"/>
              <a:gd name="csY19" fmla="*/ 1530765 h 7605336"/>
              <a:gd name="csX20" fmla="*/ 1574663 w 6853417"/>
              <a:gd name="csY20" fmla="*/ 594265 h 7605336"/>
              <a:gd name="csX21" fmla="*/ 2475082 w 6853417"/>
              <a:gd name="csY21" fmla="*/ 139558 h 7605336"/>
              <a:gd name="csX22" fmla="*/ 3856655 w 6853417"/>
              <a:gd name="csY22" fmla="*/ 1669 h 7605336"/>
              <a:gd name="csX23" fmla="*/ 4050388 w 6853417"/>
              <a:gd name="csY23" fmla="*/ 119 h 76053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853417" h="7605336">
                <a:moveTo>
                  <a:pt x="4050388" y="119"/>
                </a:moveTo>
                <a:cubicBezTo>
                  <a:pt x="4264114" y="1139"/>
                  <a:pt x="4507483" y="8371"/>
                  <a:pt x="4507483" y="8371"/>
                </a:cubicBezTo>
                <a:cubicBezTo>
                  <a:pt x="4507483" y="8371"/>
                  <a:pt x="4650517" y="-15294"/>
                  <a:pt x="4804480" y="153648"/>
                </a:cubicBezTo>
                <a:cubicBezTo>
                  <a:pt x="4958034" y="322727"/>
                  <a:pt x="5785775" y="1410249"/>
                  <a:pt x="5895613" y="1571530"/>
                </a:cubicBezTo>
                <a:cubicBezTo>
                  <a:pt x="6005860" y="1732265"/>
                  <a:pt x="6509007" y="2491204"/>
                  <a:pt x="6582915" y="2604881"/>
                </a:cubicBezTo>
                <a:cubicBezTo>
                  <a:pt x="6657370" y="2718695"/>
                  <a:pt x="6876908" y="3033871"/>
                  <a:pt x="6851361" y="3333726"/>
                </a:cubicBezTo>
                <a:cubicBezTo>
                  <a:pt x="6825814" y="3633034"/>
                  <a:pt x="6671441" y="4076934"/>
                  <a:pt x="6671441" y="4076934"/>
                </a:cubicBezTo>
                <a:lnTo>
                  <a:pt x="6671988" y="4077345"/>
                </a:lnTo>
                <a:lnTo>
                  <a:pt x="6672124" y="4077482"/>
                </a:lnTo>
                <a:lnTo>
                  <a:pt x="6027308" y="6435421"/>
                </a:lnTo>
                <a:cubicBezTo>
                  <a:pt x="6027308" y="6435421"/>
                  <a:pt x="5856541" y="6739516"/>
                  <a:pt x="5574981" y="7030480"/>
                </a:cubicBezTo>
                <a:cubicBezTo>
                  <a:pt x="5293420" y="7321306"/>
                  <a:pt x="5017871" y="7560287"/>
                  <a:pt x="4924700" y="7597222"/>
                </a:cubicBezTo>
                <a:cubicBezTo>
                  <a:pt x="4832076" y="7634020"/>
                  <a:pt x="4055565" y="7545650"/>
                  <a:pt x="3458837" y="7332387"/>
                </a:cubicBezTo>
                <a:cubicBezTo>
                  <a:pt x="2862245" y="7119670"/>
                  <a:pt x="1338321" y="6462096"/>
                  <a:pt x="1338321" y="6462096"/>
                </a:cubicBezTo>
                <a:cubicBezTo>
                  <a:pt x="1338321" y="6462096"/>
                  <a:pt x="938043" y="6058139"/>
                  <a:pt x="814681" y="5937760"/>
                </a:cubicBezTo>
                <a:cubicBezTo>
                  <a:pt x="691183" y="5816970"/>
                  <a:pt x="296916" y="5567318"/>
                  <a:pt x="205248" y="5410688"/>
                </a:cubicBezTo>
                <a:cubicBezTo>
                  <a:pt x="113581" y="5254057"/>
                  <a:pt x="52514" y="5145442"/>
                  <a:pt x="13170" y="4763236"/>
                </a:cubicBezTo>
                <a:cubicBezTo>
                  <a:pt x="-26175" y="4381167"/>
                  <a:pt x="25465" y="3840279"/>
                  <a:pt x="130384" y="3543980"/>
                </a:cubicBezTo>
                <a:cubicBezTo>
                  <a:pt x="235303" y="3248092"/>
                  <a:pt x="421917" y="2974228"/>
                  <a:pt x="527383" y="2736205"/>
                </a:cubicBezTo>
                <a:cubicBezTo>
                  <a:pt x="632849" y="2498318"/>
                  <a:pt x="865092" y="1838828"/>
                  <a:pt x="1016870" y="1530765"/>
                </a:cubicBezTo>
                <a:cubicBezTo>
                  <a:pt x="1169057" y="1222566"/>
                  <a:pt x="1433131" y="733660"/>
                  <a:pt x="1574663" y="594265"/>
                </a:cubicBezTo>
                <a:cubicBezTo>
                  <a:pt x="1716194" y="454871"/>
                  <a:pt x="2209096" y="203168"/>
                  <a:pt x="2475082" y="139558"/>
                </a:cubicBezTo>
                <a:cubicBezTo>
                  <a:pt x="2741069" y="76085"/>
                  <a:pt x="3638483" y="7961"/>
                  <a:pt x="3856655" y="1669"/>
                </a:cubicBezTo>
                <a:cubicBezTo>
                  <a:pt x="3911198" y="130"/>
                  <a:pt x="3979146" y="-220"/>
                  <a:pt x="4050388" y="119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505606"/>
            <a:ext cx="6605587" cy="2694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19BA6E-E29D-6B5E-CC8B-6516208903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6605587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/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DE1B3-F01C-15C0-EA15-F70538DF85F0}"/>
              </a:ext>
            </a:extLst>
          </p:cNvPr>
          <p:cNvSpPr txBox="1"/>
          <p:nvPr userDrawn="1"/>
        </p:nvSpPr>
        <p:spPr>
          <a:xfrm>
            <a:off x="-2160000" y="914400"/>
            <a:ext cx="1981200" cy="183041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GB" sz="1000" dirty="0">
                <a:solidFill>
                  <a:schemeClr val="tx1"/>
                </a:solidFill>
              </a:rPr>
              <a:t>Use the </a:t>
            </a:r>
            <a:r>
              <a:rPr lang="en-GB" sz="1000" b="1" dirty="0">
                <a:solidFill>
                  <a:schemeClr val="tx1"/>
                </a:solidFill>
              </a:rPr>
              <a:t>Crop</a:t>
            </a:r>
            <a:r>
              <a:rPr lang="en-GB" sz="1000" dirty="0">
                <a:solidFill>
                  <a:schemeClr val="tx1"/>
                </a:solidFill>
              </a:rPr>
              <a:t> tool to reposition the image.</a:t>
            </a:r>
          </a:p>
          <a:p>
            <a:r>
              <a:rPr lang="en-GB" sz="1000" dirty="0">
                <a:solidFill>
                  <a:schemeClr val="tx1"/>
                </a:solidFill>
              </a:rPr>
              <a:t>Select the image, then go to </a:t>
            </a:r>
            <a:r>
              <a:rPr lang="en-GB" sz="1000" b="1" dirty="0">
                <a:solidFill>
                  <a:schemeClr val="tx1"/>
                </a:solidFill>
              </a:rPr>
              <a:t>Picture Format → Crop</a:t>
            </a:r>
            <a:r>
              <a:rPr lang="en-GB" sz="1000" dirty="0">
                <a:solidFill>
                  <a:schemeClr val="tx1"/>
                </a:solidFill>
              </a:rPr>
              <a:t>.</a:t>
            </a:r>
          </a:p>
          <a:p>
            <a:endParaRPr lang="en-GB" sz="1000" dirty="0">
              <a:solidFill>
                <a:schemeClr val="tx1"/>
              </a:solidFill>
            </a:endParaRPr>
          </a:p>
          <a:p>
            <a:endParaRPr lang="en-GB" sz="1000" dirty="0">
              <a:solidFill>
                <a:schemeClr val="tx1"/>
              </a:solidFill>
            </a:endParaRPr>
          </a:p>
          <a:p>
            <a:endParaRPr lang="en-GB" sz="1000" dirty="0">
              <a:solidFill>
                <a:schemeClr val="tx1"/>
              </a:solidFill>
            </a:endParaRPr>
          </a:p>
          <a:p>
            <a:endParaRPr lang="en-GB" sz="100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65D94C2-1431-CEB7-0C83-337D008B74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93900" y="2120900"/>
            <a:ext cx="4699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97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3_Staal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5FFACBB-5FB3-008D-0C28-26B5AA850F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48585" y="1489288"/>
            <a:ext cx="7099380" cy="3681785"/>
          </a:xfrm>
          <a:custGeom>
            <a:avLst/>
            <a:gdLst>
              <a:gd name="csX0" fmla="*/ 2151781 w 7099380"/>
              <a:gd name="csY0" fmla="*/ 1623 h 3681785"/>
              <a:gd name="csX1" fmla="*/ 3241693 w 7099380"/>
              <a:gd name="csY1" fmla="*/ 169633 h 3681785"/>
              <a:gd name="csX2" fmla="*/ 4519782 w 7099380"/>
              <a:gd name="csY2" fmla="*/ 488317 h 3681785"/>
              <a:gd name="csX3" fmla="*/ 5197149 w 7099380"/>
              <a:gd name="csY3" fmla="*/ 868577 h 3681785"/>
              <a:gd name="csX4" fmla="*/ 5702510 w 7099380"/>
              <a:gd name="csY4" fmla="*/ 1267309 h 3681785"/>
              <a:gd name="csX5" fmla="*/ 6331239 w 7099380"/>
              <a:gd name="csY5" fmla="*/ 1729942 h 3681785"/>
              <a:gd name="csX6" fmla="*/ 6902588 w 7099380"/>
              <a:gd name="csY6" fmla="*/ 2088720 h 3681785"/>
              <a:gd name="csX7" fmla="*/ 7091535 w 7099380"/>
              <a:gd name="csY7" fmla="*/ 2331462 h 3681785"/>
              <a:gd name="csX8" fmla="*/ 7079376 w 7099380"/>
              <a:gd name="csY8" fmla="*/ 2572972 h 3681785"/>
              <a:gd name="csX9" fmla="*/ 6874307 w 7099380"/>
              <a:gd name="csY9" fmla="*/ 2810651 h 3681785"/>
              <a:gd name="csX10" fmla="*/ 6593415 w 7099380"/>
              <a:gd name="csY10" fmla="*/ 2974715 h 3681785"/>
              <a:gd name="csX11" fmla="*/ 6001710 w 7099380"/>
              <a:gd name="csY11" fmla="*/ 3147125 h 3681785"/>
              <a:gd name="csX12" fmla="*/ 5259994 w 7099380"/>
              <a:gd name="csY12" fmla="*/ 3276842 h 3681785"/>
              <a:gd name="csX13" fmla="*/ 4669109 w 7099380"/>
              <a:gd name="csY13" fmla="*/ 3363458 h 3681785"/>
              <a:gd name="csX14" fmla="*/ 4059370 w 7099380"/>
              <a:gd name="csY14" fmla="*/ 3457873 h 3681785"/>
              <a:gd name="csX15" fmla="*/ 3560840 w 7099380"/>
              <a:gd name="csY15" fmla="*/ 3525332 h 3681785"/>
              <a:gd name="csX16" fmla="*/ 2573890 w 7099380"/>
              <a:gd name="csY16" fmla="*/ 3632336 h 3681785"/>
              <a:gd name="csX17" fmla="*/ 1911415 w 7099380"/>
              <a:gd name="csY17" fmla="*/ 3671880 h 3681785"/>
              <a:gd name="csX18" fmla="*/ 1911688 w 7099380"/>
              <a:gd name="csY18" fmla="*/ 3671607 h 3681785"/>
              <a:gd name="csX19" fmla="*/ 1911005 w 7099380"/>
              <a:gd name="csY19" fmla="*/ 3671607 h 3681785"/>
              <a:gd name="csX20" fmla="*/ 848641 w 7099380"/>
              <a:gd name="csY20" fmla="*/ 3541615 h 3681785"/>
              <a:gd name="csX21" fmla="*/ 525122 w 7099380"/>
              <a:gd name="csY21" fmla="*/ 3381930 h 3681785"/>
              <a:gd name="csX22" fmla="*/ 309944 w 7099380"/>
              <a:gd name="csY22" fmla="*/ 3085276 h 3681785"/>
              <a:gd name="csX23" fmla="*/ 173870 w 7099380"/>
              <a:gd name="csY23" fmla="*/ 2676008 h 3681785"/>
              <a:gd name="csX24" fmla="*/ 135752 w 7099380"/>
              <a:gd name="csY24" fmla="*/ 2456391 h 3681785"/>
              <a:gd name="csX25" fmla="*/ 16756 w 7099380"/>
              <a:gd name="csY25" fmla="*/ 1835030 h 3681785"/>
              <a:gd name="csX26" fmla="*/ 2547 w 7099380"/>
              <a:gd name="csY26" fmla="*/ 1451350 h 3681785"/>
              <a:gd name="csX27" fmla="*/ 83563 w 7099380"/>
              <a:gd name="csY27" fmla="*/ 1014442 h 3681785"/>
              <a:gd name="csX28" fmla="*/ 568294 w 7099380"/>
              <a:gd name="csY28" fmla="*/ 529915 h 3681785"/>
              <a:gd name="csX29" fmla="*/ 1285691 w 7099380"/>
              <a:gd name="csY29" fmla="*/ 176748 h 3681785"/>
              <a:gd name="csX30" fmla="*/ 2071808 w 7099380"/>
              <a:gd name="csY30" fmla="*/ 1738 h 3681785"/>
              <a:gd name="csX31" fmla="*/ 2151781 w 7099380"/>
              <a:gd name="csY31" fmla="*/ 1623 h 3681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7099380" h="3681785">
                <a:moveTo>
                  <a:pt x="2151781" y="1623"/>
                </a:moveTo>
                <a:cubicBezTo>
                  <a:pt x="2369595" y="16454"/>
                  <a:pt x="2796753" y="128925"/>
                  <a:pt x="3241693" y="169633"/>
                </a:cubicBezTo>
                <a:cubicBezTo>
                  <a:pt x="3750060" y="215745"/>
                  <a:pt x="4334524" y="446720"/>
                  <a:pt x="4519782" y="488317"/>
                </a:cubicBezTo>
                <a:cubicBezTo>
                  <a:pt x="4705040" y="530188"/>
                  <a:pt x="5073644" y="749533"/>
                  <a:pt x="5197149" y="868577"/>
                </a:cubicBezTo>
                <a:cubicBezTo>
                  <a:pt x="5320791" y="987896"/>
                  <a:pt x="5577638" y="1187262"/>
                  <a:pt x="5702510" y="1267309"/>
                </a:cubicBezTo>
                <a:cubicBezTo>
                  <a:pt x="5827381" y="1347493"/>
                  <a:pt x="6265251" y="1681093"/>
                  <a:pt x="6331239" y="1729942"/>
                </a:cubicBezTo>
                <a:cubicBezTo>
                  <a:pt x="6397500" y="1778518"/>
                  <a:pt x="6824714" y="2051638"/>
                  <a:pt x="6902588" y="2088720"/>
                </a:cubicBezTo>
                <a:cubicBezTo>
                  <a:pt x="6980462" y="2126075"/>
                  <a:pt x="7078146" y="2260445"/>
                  <a:pt x="7091535" y="2331462"/>
                </a:cubicBezTo>
                <a:cubicBezTo>
                  <a:pt x="7104924" y="2402888"/>
                  <a:pt x="7101371" y="2511808"/>
                  <a:pt x="7079376" y="2572972"/>
                </a:cubicBezTo>
                <a:cubicBezTo>
                  <a:pt x="7057380" y="2634274"/>
                  <a:pt x="6939066" y="2765634"/>
                  <a:pt x="6874307" y="2810651"/>
                </a:cubicBezTo>
                <a:cubicBezTo>
                  <a:pt x="6809549" y="2855670"/>
                  <a:pt x="6721019" y="2910129"/>
                  <a:pt x="6593415" y="2974715"/>
                </a:cubicBezTo>
                <a:cubicBezTo>
                  <a:pt x="6465948" y="3039163"/>
                  <a:pt x="6269760" y="3089245"/>
                  <a:pt x="6001710" y="3147125"/>
                </a:cubicBezTo>
                <a:cubicBezTo>
                  <a:pt x="5733932" y="3205005"/>
                  <a:pt x="5361230" y="3257959"/>
                  <a:pt x="5259994" y="3276842"/>
                </a:cubicBezTo>
                <a:cubicBezTo>
                  <a:pt x="5158758" y="3295725"/>
                  <a:pt x="4838519" y="3345670"/>
                  <a:pt x="4669109" y="3363458"/>
                </a:cubicBezTo>
                <a:cubicBezTo>
                  <a:pt x="4499426" y="3381383"/>
                  <a:pt x="4168940" y="3447748"/>
                  <a:pt x="4059370" y="3457873"/>
                </a:cubicBezTo>
                <a:cubicBezTo>
                  <a:pt x="3949799" y="3467862"/>
                  <a:pt x="3717954" y="3516438"/>
                  <a:pt x="3560840" y="3525332"/>
                </a:cubicBezTo>
                <a:cubicBezTo>
                  <a:pt x="3403589" y="3534226"/>
                  <a:pt x="2740567" y="3604284"/>
                  <a:pt x="2573890" y="3632336"/>
                </a:cubicBezTo>
                <a:cubicBezTo>
                  <a:pt x="2407212" y="3660386"/>
                  <a:pt x="2203237" y="3637809"/>
                  <a:pt x="1911415" y="3671880"/>
                </a:cubicBezTo>
                <a:lnTo>
                  <a:pt x="1911688" y="3671607"/>
                </a:lnTo>
                <a:lnTo>
                  <a:pt x="1911005" y="3671607"/>
                </a:lnTo>
                <a:cubicBezTo>
                  <a:pt x="1618773" y="3705815"/>
                  <a:pt x="1099477" y="3651629"/>
                  <a:pt x="848641" y="3541615"/>
                </a:cubicBezTo>
                <a:cubicBezTo>
                  <a:pt x="746721" y="3497008"/>
                  <a:pt x="580180" y="3433517"/>
                  <a:pt x="525122" y="3381930"/>
                </a:cubicBezTo>
                <a:cubicBezTo>
                  <a:pt x="469927" y="3330208"/>
                  <a:pt x="348061" y="3172029"/>
                  <a:pt x="309944" y="3085276"/>
                </a:cubicBezTo>
                <a:cubicBezTo>
                  <a:pt x="271827" y="2998524"/>
                  <a:pt x="190401" y="2726909"/>
                  <a:pt x="173870" y="2676008"/>
                </a:cubicBezTo>
                <a:cubicBezTo>
                  <a:pt x="157475" y="2625106"/>
                  <a:pt x="183433" y="2601571"/>
                  <a:pt x="135752" y="2456391"/>
                </a:cubicBezTo>
                <a:cubicBezTo>
                  <a:pt x="88072" y="2311621"/>
                  <a:pt x="24543" y="1940939"/>
                  <a:pt x="16756" y="1835030"/>
                </a:cubicBezTo>
                <a:cubicBezTo>
                  <a:pt x="8968" y="1729121"/>
                  <a:pt x="13750" y="1603235"/>
                  <a:pt x="2547" y="1451350"/>
                </a:cubicBezTo>
                <a:cubicBezTo>
                  <a:pt x="-8656" y="1299329"/>
                  <a:pt x="16892" y="1162632"/>
                  <a:pt x="83563" y="1014442"/>
                </a:cubicBezTo>
                <a:cubicBezTo>
                  <a:pt x="150234" y="866388"/>
                  <a:pt x="420197" y="638971"/>
                  <a:pt x="568294" y="529915"/>
                </a:cubicBezTo>
                <a:cubicBezTo>
                  <a:pt x="716391" y="420859"/>
                  <a:pt x="1090186" y="240239"/>
                  <a:pt x="1285691" y="176748"/>
                </a:cubicBezTo>
                <a:cubicBezTo>
                  <a:pt x="1481605" y="113257"/>
                  <a:pt x="1824251" y="28558"/>
                  <a:pt x="2071808" y="1738"/>
                </a:cubicBezTo>
                <a:cubicBezTo>
                  <a:pt x="2093821" y="-622"/>
                  <a:pt x="2120665" y="-496"/>
                  <a:pt x="2151781" y="1623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505606"/>
            <a:ext cx="6605586" cy="2694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 sz="80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7EDE357-94EA-B00C-1387-BBE334AB16CC}"/>
              </a:ext>
            </a:extLst>
          </p:cNvPr>
          <p:cNvSpPr/>
          <p:nvPr/>
        </p:nvSpPr>
        <p:spPr>
          <a:xfrm>
            <a:off x="8120936" y="4833563"/>
            <a:ext cx="5350339" cy="3669756"/>
          </a:xfrm>
          <a:custGeom>
            <a:avLst/>
            <a:gdLst>
              <a:gd name="csX0" fmla="*/ 366954 w 5350339"/>
              <a:gd name="csY0" fmla="*/ 1119595 h 3669756"/>
              <a:gd name="csX1" fmla="*/ 1603920 w 5350339"/>
              <a:gd name="csY1" fmla="*/ 252346 h 3669756"/>
              <a:gd name="csX2" fmla="*/ 3627959 w 5350339"/>
              <a:gd name="csY2" fmla="*/ 69537 h 3669756"/>
              <a:gd name="csX3" fmla="*/ 4658765 w 5350339"/>
              <a:gd name="csY3" fmla="*/ 961964 h 3669756"/>
              <a:gd name="csX4" fmla="*/ 4663683 w 5350339"/>
              <a:gd name="csY4" fmla="*/ 960458 h 3669756"/>
              <a:gd name="csX5" fmla="*/ 5350340 w 5350339"/>
              <a:gd name="csY5" fmla="*/ 3099436 h 3669756"/>
              <a:gd name="csX6" fmla="*/ 440320 w 5350339"/>
              <a:gd name="csY6" fmla="*/ 3669757 h 3669756"/>
              <a:gd name="csX7" fmla="*/ 57234 w 5350339"/>
              <a:gd name="csY7" fmla="*/ 2476297 h 3669756"/>
              <a:gd name="csX8" fmla="*/ 56961 w 5350339"/>
              <a:gd name="csY8" fmla="*/ 2475340 h 3669756"/>
              <a:gd name="csX9" fmla="*/ 47808 w 5350339"/>
              <a:gd name="csY9" fmla="*/ 2446878 h 3669756"/>
              <a:gd name="csX10" fmla="*/ 48217 w 5350339"/>
              <a:gd name="csY10" fmla="*/ 2446878 h 3669756"/>
              <a:gd name="csX11" fmla="*/ 366954 w 5350339"/>
              <a:gd name="csY11" fmla="*/ 1119732 h 3669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350339" h="3669756">
                <a:moveTo>
                  <a:pt x="366954" y="1119595"/>
                </a:moveTo>
                <a:cubicBezTo>
                  <a:pt x="702495" y="678308"/>
                  <a:pt x="640606" y="479353"/>
                  <a:pt x="1603920" y="252346"/>
                </a:cubicBezTo>
                <a:cubicBezTo>
                  <a:pt x="2215436" y="55443"/>
                  <a:pt x="3098553" y="-93294"/>
                  <a:pt x="3627959" y="69537"/>
                </a:cubicBezTo>
                <a:cubicBezTo>
                  <a:pt x="3880298" y="248241"/>
                  <a:pt x="4502607" y="549685"/>
                  <a:pt x="4658765" y="961964"/>
                </a:cubicBezTo>
                <a:lnTo>
                  <a:pt x="4663683" y="960458"/>
                </a:lnTo>
                <a:lnTo>
                  <a:pt x="5350340" y="3099436"/>
                </a:lnTo>
                <a:lnTo>
                  <a:pt x="440320" y="3669757"/>
                </a:lnTo>
                <a:lnTo>
                  <a:pt x="57234" y="2476297"/>
                </a:lnTo>
                <a:cubicBezTo>
                  <a:pt x="57234" y="2476297"/>
                  <a:pt x="57098" y="2475613"/>
                  <a:pt x="56961" y="2475340"/>
                </a:cubicBezTo>
                <a:lnTo>
                  <a:pt x="47808" y="2446878"/>
                </a:lnTo>
                <a:lnTo>
                  <a:pt x="48217" y="2446878"/>
                </a:lnTo>
                <a:cubicBezTo>
                  <a:pt x="-74605" y="2026664"/>
                  <a:pt x="39200" y="1550894"/>
                  <a:pt x="366954" y="1119732"/>
                </a:cubicBezTo>
              </a:path>
            </a:pathLst>
          </a:custGeom>
          <a:solidFill>
            <a:srgbClr val="BEDDF7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FCB406B-C6D3-83B9-2060-C33D15195C3C}"/>
              </a:ext>
            </a:extLst>
          </p:cNvPr>
          <p:cNvSpPr/>
          <p:nvPr/>
        </p:nvSpPr>
        <p:spPr>
          <a:xfrm>
            <a:off x="7670900" y="-2881191"/>
            <a:ext cx="5162915" cy="4682201"/>
          </a:xfrm>
          <a:custGeom>
            <a:avLst/>
            <a:gdLst>
              <a:gd name="csX0" fmla="*/ 2204785 w 5162915"/>
              <a:gd name="csY0" fmla="*/ 186351 h 4682201"/>
              <a:gd name="csX1" fmla="*/ 687473 w 5162915"/>
              <a:gd name="csY1" fmla="*/ 802374 h 4682201"/>
              <a:gd name="csX2" fmla="*/ 327340 w 5162915"/>
              <a:gd name="csY2" fmla="*/ 1151025 h 4682201"/>
              <a:gd name="csX3" fmla="*/ 1636 w 5162915"/>
              <a:gd name="csY3" fmla="*/ 1629394 h 4682201"/>
              <a:gd name="csX4" fmla="*/ 293322 w 5162915"/>
              <a:gd name="csY4" fmla="*/ 2586133 h 4682201"/>
              <a:gd name="csX5" fmla="*/ 1039272 w 5162915"/>
              <a:gd name="csY5" fmla="*/ 3931888 h 4682201"/>
              <a:gd name="csX6" fmla="*/ 1429325 w 5162915"/>
              <a:gd name="csY6" fmla="*/ 4239900 h 4682201"/>
              <a:gd name="csX7" fmla="*/ 1827985 w 5162915"/>
              <a:gd name="csY7" fmla="*/ 4604834 h 4682201"/>
              <a:gd name="csX8" fmla="*/ 2273643 w 5162915"/>
              <a:gd name="csY8" fmla="*/ 4681871 h 4682201"/>
              <a:gd name="csX9" fmla="*/ 3075334 w 5162915"/>
              <a:gd name="csY9" fmla="*/ 4507545 h 4682201"/>
              <a:gd name="csX10" fmla="*/ 3581241 w 5162915"/>
              <a:gd name="csY10" fmla="*/ 4179145 h 4682201"/>
              <a:gd name="csX11" fmla="*/ 4344406 w 5162915"/>
              <a:gd name="csY11" fmla="*/ 3757699 h 4682201"/>
              <a:gd name="csX12" fmla="*/ 4923269 w 5162915"/>
              <a:gd name="csY12" fmla="*/ 3311760 h 4682201"/>
              <a:gd name="csX13" fmla="*/ 5154705 w 5162915"/>
              <a:gd name="csY13" fmla="*/ 2675348 h 4682201"/>
              <a:gd name="csX14" fmla="*/ 5137491 w 5162915"/>
              <a:gd name="csY14" fmla="*/ 1742966 h 4682201"/>
              <a:gd name="csX15" fmla="*/ 5081749 w 5162915"/>
              <a:gd name="csY15" fmla="*/ 1309478 h 4682201"/>
              <a:gd name="csX16" fmla="*/ 4961660 w 5162915"/>
              <a:gd name="csY16" fmla="*/ 1122838 h 4682201"/>
              <a:gd name="csX17" fmla="*/ 3932631 w 5162915"/>
              <a:gd name="csY17" fmla="*/ 506814 h 4682201"/>
              <a:gd name="csX18" fmla="*/ 3191189 w 5162915"/>
              <a:gd name="csY18" fmla="*/ 129839 h 4682201"/>
              <a:gd name="csX19" fmla="*/ 2685282 w 5162915"/>
              <a:gd name="csY19" fmla="*/ 8194 h 4682201"/>
              <a:gd name="csX20" fmla="*/ 2205195 w 5162915"/>
              <a:gd name="csY20" fmla="*/ 186761 h 4682201"/>
              <a:gd name="csX21" fmla="*/ 2204922 w 5162915"/>
              <a:gd name="csY21" fmla="*/ 186488 h 468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2915" h="4682201">
                <a:moveTo>
                  <a:pt x="2204785" y="186351"/>
                </a:moveTo>
                <a:lnTo>
                  <a:pt x="687473" y="802374"/>
                </a:lnTo>
                <a:cubicBezTo>
                  <a:pt x="687473" y="802374"/>
                  <a:pt x="498663" y="940302"/>
                  <a:pt x="327340" y="1151025"/>
                </a:cubicBezTo>
                <a:cubicBezTo>
                  <a:pt x="156018" y="1361749"/>
                  <a:pt x="18850" y="1564399"/>
                  <a:pt x="1636" y="1629394"/>
                </a:cubicBezTo>
                <a:cubicBezTo>
                  <a:pt x="-15578" y="1694117"/>
                  <a:pt x="104512" y="2205052"/>
                  <a:pt x="293322" y="2586133"/>
                </a:cubicBezTo>
                <a:cubicBezTo>
                  <a:pt x="481722" y="2967350"/>
                  <a:pt x="1039272" y="3931888"/>
                  <a:pt x="1039272" y="3931888"/>
                </a:cubicBezTo>
                <a:cubicBezTo>
                  <a:pt x="1039272" y="3931888"/>
                  <a:pt x="1339565" y="4166968"/>
                  <a:pt x="1429325" y="4239900"/>
                </a:cubicBezTo>
                <a:cubicBezTo>
                  <a:pt x="1519495" y="4312832"/>
                  <a:pt x="1716502" y="4555985"/>
                  <a:pt x="1827985" y="4604834"/>
                </a:cubicBezTo>
                <a:cubicBezTo>
                  <a:pt x="1939468" y="4653684"/>
                  <a:pt x="2016385" y="4685839"/>
                  <a:pt x="2273643" y="4681871"/>
                </a:cubicBezTo>
                <a:cubicBezTo>
                  <a:pt x="2530900" y="4677903"/>
                  <a:pt x="2886524" y="4600866"/>
                  <a:pt x="3075334" y="4507545"/>
                </a:cubicBezTo>
                <a:cubicBezTo>
                  <a:pt x="3263871" y="4414225"/>
                  <a:pt x="3431368" y="4268224"/>
                  <a:pt x="3581241" y="4179145"/>
                </a:cubicBezTo>
                <a:cubicBezTo>
                  <a:pt x="3731251" y="4090067"/>
                  <a:pt x="4151497" y="3883175"/>
                  <a:pt x="4344406" y="3757699"/>
                </a:cubicBezTo>
                <a:cubicBezTo>
                  <a:pt x="4537315" y="3631812"/>
                  <a:pt x="4841707" y="3417121"/>
                  <a:pt x="4923269" y="3311760"/>
                </a:cubicBezTo>
                <a:cubicBezTo>
                  <a:pt x="5004832" y="3206398"/>
                  <a:pt x="5133392" y="2857747"/>
                  <a:pt x="5154705" y="2675348"/>
                </a:cubicBezTo>
                <a:cubicBezTo>
                  <a:pt x="5176018" y="2492812"/>
                  <a:pt x="5150606" y="1888967"/>
                  <a:pt x="5137491" y="1742966"/>
                </a:cubicBezTo>
                <a:cubicBezTo>
                  <a:pt x="5124375" y="1596965"/>
                  <a:pt x="5081749" y="1309478"/>
                  <a:pt x="5081749" y="1309478"/>
                </a:cubicBezTo>
                <a:cubicBezTo>
                  <a:pt x="5081749" y="1309478"/>
                  <a:pt x="5086258" y="1212190"/>
                  <a:pt x="4961660" y="1122838"/>
                </a:cubicBezTo>
                <a:cubicBezTo>
                  <a:pt x="4837198" y="1033759"/>
                  <a:pt x="4048485" y="567295"/>
                  <a:pt x="3932631" y="506814"/>
                </a:cubicBezTo>
                <a:cubicBezTo>
                  <a:pt x="3817049" y="445924"/>
                  <a:pt x="3272615" y="170205"/>
                  <a:pt x="3191189" y="129839"/>
                </a:cubicBezTo>
                <a:cubicBezTo>
                  <a:pt x="3109626" y="89199"/>
                  <a:pt x="2882699" y="-32446"/>
                  <a:pt x="2685282" y="8194"/>
                </a:cubicBezTo>
                <a:cubicBezTo>
                  <a:pt x="2488274" y="48833"/>
                  <a:pt x="2205195" y="186761"/>
                  <a:pt x="2205195" y="186761"/>
                </a:cubicBezTo>
                <a:lnTo>
                  <a:pt x="2204922" y="186488"/>
                </a:lnTo>
                <a:close/>
              </a:path>
            </a:pathLst>
          </a:custGeom>
          <a:solidFill>
            <a:srgbClr val="BEDDF7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5D7D786-D315-266E-7EE0-EC67EF55C472}"/>
              </a:ext>
            </a:extLst>
          </p:cNvPr>
          <p:cNvSpPr/>
          <p:nvPr/>
        </p:nvSpPr>
        <p:spPr>
          <a:xfrm>
            <a:off x="7670910" y="-4953000"/>
            <a:ext cx="2897443" cy="2394308"/>
          </a:xfrm>
          <a:custGeom>
            <a:avLst/>
            <a:gdLst>
              <a:gd name="csX0" fmla="*/ 2897444 w 2897443"/>
              <a:gd name="csY0" fmla="*/ 1158567 h 2394308"/>
              <a:gd name="csX1" fmla="*/ 2456978 w 2897443"/>
              <a:gd name="csY1" fmla="*/ 2120095 h 2394308"/>
              <a:gd name="csX2" fmla="*/ 1516752 w 2897443"/>
              <a:gd name="csY2" fmla="*/ 2394309 h 2394308"/>
              <a:gd name="csX3" fmla="*/ 20616 w 2897443"/>
              <a:gd name="csY3" fmla="*/ 1158567 h 2394308"/>
              <a:gd name="csX4" fmla="*/ 1516752 w 2897443"/>
              <a:gd name="csY4" fmla="*/ 0 h 2394308"/>
              <a:gd name="csX5" fmla="*/ 2897444 w 2897443"/>
              <a:gd name="csY5" fmla="*/ 1158567 h 23943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97443" h="2394308">
                <a:moveTo>
                  <a:pt x="2897444" y="1158567"/>
                </a:moveTo>
                <a:cubicBezTo>
                  <a:pt x="2650296" y="1564278"/>
                  <a:pt x="2767790" y="1919497"/>
                  <a:pt x="2456978" y="2120095"/>
                </a:cubicBezTo>
                <a:cubicBezTo>
                  <a:pt x="2271993" y="2330681"/>
                  <a:pt x="1869644" y="2394309"/>
                  <a:pt x="1516752" y="2394309"/>
                </a:cubicBezTo>
                <a:cubicBezTo>
                  <a:pt x="590326" y="2394309"/>
                  <a:pt x="-132809" y="2254875"/>
                  <a:pt x="20616" y="1158567"/>
                </a:cubicBezTo>
                <a:cubicBezTo>
                  <a:pt x="20616" y="329084"/>
                  <a:pt x="570242" y="115077"/>
                  <a:pt x="1516752" y="0"/>
                </a:cubicBezTo>
                <a:cubicBezTo>
                  <a:pt x="2343036" y="0"/>
                  <a:pt x="2897444" y="329084"/>
                  <a:pt x="2897444" y="1158567"/>
                </a:cubicBezTo>
              </a:path>
            </a:pathLst>
          </a:custGeom>
          <a:solidFill>
            <a:srgbClr val="BEDDF7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726A8-3B94-30A2-7129-3B38957973C7}"/>
              </a:ext>
            </a:extLst>
          </p:cNvPr>
          <p:cNvSpPr txBox="1"/>
          <p:nvPr userDrawn="1"/>
        </p:nvSpPr>
        <p:spPr>
          <a:xfrm>
            <a:off x="-2160000" y="914400"/>
            <a:ext cx="1981200" cy="183041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bg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GB" sz="1000" dirty="0">
                <a:solidFill>
                  <a:schemeClr val="bg1"/>
                </a:solidFill>
              </a:rPr>
              <a:t>Use the </a:t>
            </a:r>
            <a:r>
              <a:rPr lang="en-GB" sz="1000" b="1" dirty="0">
                <a:solidFill>
                  <a:schemeClr val="bg1"/>
                </a:solidFill>
              </a:rPr>
              <a:t>Crop</a:t>
            </a:r>
            <a:r>
              <a:rPr lang="en-GB" sz="1000" dirty="0">
                <a:solidFill>
                  <a:schemeClr val="bg1"/>
                </a:solidFill>
              </a:rPr>
              <a:t> tool to reposition the image.</a:t>
            </a:r>
          </a:p>
          <a:p>
            <a:r>
              <a:rPr lang="en-GB" sz="1000" dirty="0">
                <a:solidFill>
                  <a:schemeClr val="bg1"/>
                </a:solidFill>
              </a:rPr>
              <a:t>Select the image, then go to </a:t>
            </a:r>
            <a:r>
              <a:rPr lang="en-GB" sz="1000" b="1" dirty="0">
                <a:solidFill>
                  <a:schemeClr val="bg1"/>
                </a:solidFill>
              </a:rPr>
              <a:t>Picture Format → Crop</a:t>
            </a:r>
            <a:r>
              <a:rPr lang="en-GB" sz="1000" dirty="0">
                <a:solidFill>
                  <a:schemeClr val="bg1"/>
                </a:solidFill>
              </a:rPr>
              <a:t>.</a:t>
            </a: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A4CAA89-399A-45B8-F09D-DE8F0AE482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5080001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7AA6255-F124-5425-2EF0-463C683CDA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93900" y="2120900"/>
            <a:ext cx="469900" cy="4699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4543350-742C-1698-AD59-4C1E94975A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12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3_Aardebru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5FFACBB-5FB3-008D-0C28-26B5AA850F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48585" y="1489288"/>
            <a:ext cx="7099380" cy="3681785"/>
          </a:xfrm>
          <a:custGeom>
            <a:avLst/>
            <a:gdLst>
              <a:gd name="csX0" fmla="*/ 2151781 w 7099380"/>
              <a:gd name="csY0" fmla="*/ 1623 h 3681785"/>
              <a:gd name="csX1" fmla="*/ 3241693 w 7099380"/>
              <a:gd name="csY1" fmla="*/ 169633 h 3681785"/>
              <a:gd name="csX2" fmla="*/ 4519782 w 7099380"/>
              <a:gd name="csY2" fmla="*/ 488317 h 3681785"/>
              <a:gd name="csX3" fmla="*/ 5197149 w 7099380"/>
              <a:gd name="csY3" fmla="*/ 868577 h 3681785"/>
              <a:gd name="csX4" fmla="*/ 5702510 w 7099380"/>
              <a:gd name="csY4" fmla="*/ 1267309 h 3681785"/>
              <a:gd name="csX5" fmla="*/ 6331239 w 7099380"/>
              <a:gd name="csY5" fmla="*/ 1729942 h 3681785"/>
              <a:gd name="csX6" fmla="*/ 6902588 w 7099380"/>
              <a:gd name="csY6" fmla="*/ 2088720 h 3681785"/>
              <a:gd name="csX7" fmla="*/ 7091535 w 7099380"/>
              <a:gd name="csY7" fmla="*/ 2331462 h 3681785"/>
              <a:gd name="csX8" fmla="*/ 7079376 w 7099380"/>
              <a:gd name="csY8" fmla="*/ 2572972 h 3681785"/>
              <a:gd name="csX9" fmla="*/ 6874307 w 7099380"/>
              <a:gd name="csY9" fmla="*/ 2810651 h 3681785"/>
              <a:gd name="csX10" fmla="*/ 6593415 w 7099380"/>
              <a:gd name="csY10" fmla="*/ 2974715 h 3681785"/>
              <a:gd name="csX11" fmla="*/ 6001710 w 7099380"/>
              <a:gd name="csY11" fmla="*/ 3147125 h 3681785"/>
              <a:gd name="csX12" fmla="*/ 5259994 w 7099380"/>
              <a:gd name="csY12" fmla="*/ 3276842 h 3681785"/>
              <a:gd name="csX13" fmla="*/ 4669109 w 7099380"/>
              <a:gd name="csY13" fmla="*/ 3363458 h 3681785"/>
              <a:gd name="csX14" fmla="*/ 4059370 w 7099380"/>
              <a:gd name="csY14" fmla="*/ 3457873 h 3681785"/>
              <a:gd name="csX15" fmla="*/ 3560840 w 7099380"/>
              <a:gd name="csY15" fmla="*/ 3525332 h 3681785"/>
              <a:gd name="csX16" fmla="*/ 2573890 w 7099380"/>
              <a:gd name="csY16" fmla="*/ 3632336 h 3681785"/>
              <a:gd name="csX17" fmla="*/ 1911415 w 7099380"/>
              <a:gd name="csY17" fmla="*/ 3671880 h 3681785"/>
              <a:gd name="csX18" fmla="*/ 1911688 w 7099380"/>
              <a:gd name="csY18" fmla="*/ 3671607 h 3681785"/>
              <a:gd name="csX19" fmla="*/ 1911005 w 7099380"/>
              <a:gd name="csY19" fmla="*/ 3671607 h 3681785"/>
              <a:gd name="csX20" fmla="*/ 848641 w 7099380"/>
              <a:gd name="csY20" fmla="*/ 3541615 h 3681785"/>
              <a:gd name="csX21" fmla="*/ 525122 w 7099380"/>
              <a:gd name="csY21" fmla="*/ 3381930 h 3681785"/>
              <a:gd name="csX22" fmla="*/ 309944 w 7099380"/>
              <a:gd name="csY22" fmla="*/ 3085276 h 3681785"/>
              <a:gd name="csX23" fmla="*/ 173870 w 7099380"/>
              <a:gd name="csY23" fmla="*/ 2676008 h 3681785"/>
              <a:gd name="csX24" fmla="*/ 135752 w 7099380"/>
              <a:gd name="csY24" fmla="*/ 2456391 h 3681785"/>
              <a:gd name="csX25" fmla="*/ 16756 w 7099380"/>
              <a:gd name="csY25" fmla="*/ 1835030 h 3681785"/>
              <a:gd name="csX26" fmla="*/ 2547 w 7099380"/>
              <a:gd name="csY26" fmla="*/ 1451350 h 3681785"/>
              <a:gd name="csX27" fmla="*/ 83563 w 7099380"/>
              <a:gd name="csY27" fmla="*/ 1014442 h 3681785"/>
              <a:gd name="csX28" fmla="*/ 568294 w 7099380"/>
              <a:gd name="csY28" fmla="*/ 529915 h 3681785"/>
              <a:gd name="csX29" fmla="*/ 1285691 w 7099380"/>
              <a:gd name="csY29" fmla="*/ 176748 h 3681785"/>
              <a:gd name="csX30" fmla="*/ 2071808 w 7099380"/>
              <a:gd name="csY30" fmla="*/ 1738 h 3681785"/>
              <a:gd name="csX31" fmla="*/ 2151781 w 7099380"/>
              <a:gd name="csY31" fmla="*/ 1623 h 3681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7099380" h="3681785">
                <a:moveTo>
                  <a:pt x="2151781" y="1623"/>
                </a:moveTo>
                <a:cubicBezTo>
                  <a:pt x="2369595" y="16454"/>
                  <a:pt x="2796753" y="128925"/>
                  <a:pt x="3241693" y="169633"/>
                </a:cubicBezTo>
                <a:cubicBezTo>
                  <a:pt x="3750060" y="215745"/>
                  <a:pt x="4334524" y="446720"/>
                  <a:pt x="4519782" y="488317"/>
                </a:cubicBezTo>
                <a:cubicBezTo>
                  <a:pt x="4705040" y="530188"/>
                  <a:pt x="5073644" y="749533"/>
                  <a:pt x="5197149" y="868577"/>
                </a:cubicBezTo>
                <a:cubicBezTo>
                  <a:pt x="5320791" y="987896"/>
                  <a:pt x="5577638" y="1187262"/>
                  <a:pt x="5702510" y="1267309"/>
                </a:cubicBezTo>
                <a:cubicBezTo>
                  <a:pt x="5827381" y="1347493"/>
                  <a:pt x="6265251" y="1681093"/>
                  <a:pt x="6331239" y="1729942"/>
                </a:cubicBezTo>
                <a:cubicBezTo>
                  <a:pt x="6397500" y="1778518"/>
                  <a:pt x="6824714" y="2051638"/>
                  <a:pt x="6902588" y="2088720"/>
                </a:cubicBezTo>
                <a:cubicBezTo>
                  <a:pt x="6980462" y="2126075"/>
                  <a:pt x="7078146" y="2260445"/>
                  <a:pt x="7091535" y="2331462"/>
                </a:cubicBezTo>
                <a:cubicBezTo>
                  <a:pt x="7104924" y="2402888"/>
                  <a:pt x="7101371" y="2511808"/>
                  <a:pt x="7079376" y="2572972"/>
                </a:cubicBezTo>
                <a:cubicBezTo>
                  <a:pt x="7057380" y="2634274"/>
                  <a:pt x="6939066" y="2765634"/>
                  <a:pt x="6874307" y="2810651"/>
                </a:cubicBezTo>
                <a:cubicBezTo>
                  <a:pt x="6809549" y="2855670"/>
                  <a:pt x="6721019" y="2910129"/>
                  <a:pt x="6593415" y="2974715"/>
                </a:cubicBezTo>
                <a:cubicBezTo>
                  <a:pt x="6465948" y="3039163"/>
                  <a:pt x="6269760" y="3089245"/>
                  <a:pt x="6001710" y="3147125"/>
                </a:cubicBezTo>
                <a:cubicBezTo>
                  <a:pt x="5733932" y="3205005"/>
                  <a:pt x="5361230" y="3257959"/>
                  <a:pt x="5259994" y="3276842"/>
                </a:cubicBezTo>
                <a:cubicBezTo>
                  <a:pt x="5158758" y="3295725"/>
                  <a:pt x="4838519" y="3345670"/>
                  <a:pt x="4669109" y="3363458"/>
                </a:cubicBezTo>
                <a:cubicBezTo>
                  <a:pt x="4499426" y="3381383"/>
                  <a:pt x="4168940" y="3447748"/>
                  <a:pt x="4059370" y="3457873"/>
                </a:cubicBezTo>
                <a:cubicBezTo>
                  <a:pt x="3949799" y="3467862"/>
                  <a:pt x="3717954" y="3516438"/>
                  <a:pt x="3560840" y="3525332"/>
                </a:cubicBezTo>
                <a:cubicBezTo>
                  <a:pt x="3403589" y="3534226"/>
                  <a:pt x="2740567" y="3604284"/>
                  <a:pt x="2573890" y="3632336"/>
                </a:cubicBezTo>
                <a:cubicBezTo>
                  <a:pt x="2407212" y="3660386"/>
                  <a:pt x="2203237" y="3637809"/>
                  <a:pt x="1911415" y="3671880"/>
                </a:cubicBezTo>
                <a:lnTo>
                  <a:pt x="1911688" y="3671607"/>
                </a:lnTo>
                <a:lnTo>
                  <a:pt x="1911005" y="3671607"/>
                </a:lnTo>
                <a:cubicBezTo>
                  <a:pt x="1618773" y="3705815"/>
                  <a:pt x="1099477" y="3651629"/>
                  <a:pt x="848641" y="3541615"/>
                </a:cubicBezTo>
                <a:cubicBezTo>
                  <a:pt x="746721" y="3497008"/>
                  <a:pt x="580180" y="3433517"/>
                  <a:pt x="525122" y="3381930"/>
                </a:cubicBezTo>
                <a:cubicBezTo>
                  <a:pt x="469927" y="3330208"/>
                  <a:pt x="348061" y="3172029"/>
                  <a:pt x="309944" y="3085276"/>
                </a:cubicBezTo>
                <a:cubicBezTo>
                  <a:pt x="271827" y="2998524"/>
                  <a:pt x="190401" y="2726909"/>
                  <a:pt x="173870" y="2676008"/>
                </a:cubicBezTo>
                <a:cubicBezTo>
                  <a:pt x="157475" y="2625106"/>
                  <a:pt x="183433" y="2601571"/>
                  <a:pt x="135752" y="2456391"/>
                </a:cubicBezTo>
                <a:cubicBezTo>
                  <a:pt x="88072" y="2311621"/>
                  <a:pt x="24543" y="1940939"/>
                  <a:pt x="16756" y="1835030"/>
                </a:cubicBezTo>
                <a:cubicBezTo>
                  <a:pt x="8968" y="1729121"/>
                  <a:pt x="13750" y="1603235"/>
                  <a:pt x="2547" y="1451350"/>
                </a:cubicBezTo>
                <a:cubicBezTo>
                  <a:pt x="-8656" y="1299329"/>
                  <a:pt x="16892" y="1162632"/>
                  <a:pt x="83563" y="1014442"/>
                </a:cubicBezTo>
                <a:cubicBezTo>
                  <a:pt x="150234" y="866388"/>
                  <a:pt x="420197" y="638971"/>
                  <a:pt x="568294" y="529915"/>
                </a:cubicBezTo>
                <a:cubicBezTo>
                  <a:pt x="716391" y="420859"/>
                  <a:pt x="1090186" y="240239"/>
                  <a:pt x="1285691" y="176748"/>
                </a:cubicBezTo>
                <a:cubicBezTo>
                  <a:pt x="1481605" y="113257"/>
                  <a:pt x="1824251" y="28558"/>
                  <a:pt x="2071808" y="1738"/>
                </a:cubicBezTo>
                <a:cubicBezTo>
                  <a:pt x="2093821" y="-622"/>
                  <a:pt x="2120665" y="-496"/>
                  <a:pt x="2151781" y="162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505606"/>
            <a:ext cx="6605587" cy="2694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7EDE357-94EA-B00C-1387-BBE334AB16CC}"/>
              </a:ext>
            </a:extLst>
          </p:cNvPr>
          <p:cNvSpPr/>
          <p:nvPr/>
        </p:nvSpPr>
        <p:spPr>
          <a:xfrm>
            <a:off x="8120936" y="4833563"/>
            <a:ext cx="5350339" cy="3669756"/>
          </a:xfrm>
          <a:custGeom>
            <a:avLst/>
            <a:gdLst>
              <a:gd name="csX0" fmla="*/ 366954 w 5350339"/>
              <a:gd name="csY0" fmla="*/ 1119595 h 3669756"/>
              <a:gd name="csX1" fmla="*/ 1603920 w 5350339"/>
              <a:gd name="csY1" fmla="*/ 252346 h 3669756"/>
              <a:gd name="csX2" fmla="*/ 3627959 w 5350339"/>
              <a:gd name="csY2" fmla="*/ 69537 h 3669756"/>
              <a:gd name="csX3" fmla="*/ 4658765 w 5350339"/>
              <a:gd name="csY3" fmla="*/ 961964 h 3669756"/>
              <a:gd name="csX4" fmla="*/ 4663683 w 5350339"/>
              <a:gd name="csY4" fmla="*/ 960458 h 3669756"/>
              <a:gd name="csX5" fmla="*/ 5350340 w 5350339"/>
              <a:gd name="csY5" fmla="*/ 3099436 h 3669756"/>
              <a:gd name="csX6" fmla="*/ 440320 w 5350339"/>
              <a:gd name="csY6" fmla="*/ 3669757 h 3669756"/>
              <a:gd name="csX7" fmla="*/ 57234 w 5350339"/>
              <a:gd name="csY7" fmla="*/ 2476297 h 3669756"/>
              <a:gd name="csX8" fmla="*/ 56961 w 5350339"/>
              <a:gd name="csY8" fmla="*/ 2475340 h 3669756"/>
              <a:gd name="csX9" fmla="*/ 47808 w 5350339"/>
              <a:gd name="csY9" fmla="*/ 2446878 h 3669756"/>
              <a:gd name="csX10" fmla="*/ 48217 w 5350339"/>
              <a:gd name="csY10" fmla="*/ 2446878 h 3669756"/>
              <a:gd name="csX11" fmla="*/ 366954 w 5350339"/>
              <a:gd name="csY11" fmla="*/ 1119732 h 3669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350339" h="3669756">
                <a:moveTo>
                  <a:pt x="366954" y="1119595"/>
                </a:moveTo>
                <a:cubicBezTo>
                  <a:pt x="702495" y="678308"/>
                  <a:pt x="640606" y="479353"/>
                  <a:pt x="1603920" y="252346"/>
                </a:cubicBezTo>
                <a:cubicBezTo>
                  <a:pt x="2215436" y="55443"/>
                  <a:pt x="3098553" y="-93294"/>
                  <a:pt x="3627959" y="69537"/>
                </a:cubicBezTo>
                <a:cubicBezTo>
                  <a:pt x="3880298" y="248241"/>
                  <a:pt x="4502607" y="549685"/>
                  <a:pt x="4658765" y="961964"/>
                </a:cubicBezTo>
                <a:lnTo>
                  <a:pt x="4663683" y="960458"/>
                </a:lnTo>
                <a:lnTo>
                  <a:pt x="5350340" y="3099436"/>
                </a:lnTo>
                <a:lnTo>
                  <a:pt x="440320" y="3669757"/>
                </a:lnTo>
                <a:lnTo>
                  <a:pt x="57234" y="2476297"/>
                </a:lnTo>
                <a:cubicBezTo>
                  <a:pt x="57234" y="2476297"/>
                  <a:pt x="57098" y="2475613"/>
                  <a:pt x="56961" y="2475340"/>
                </a:cubicBezTo>
                <a:lnTo>
                  <a:pt x="47808" y="2446878"/>
                </a:lnTo>
                <a:lnTo>
                  <a:pt x="48217" y="2446878"/>
                </a:lnTo>
                <a:cubicBezTo>
                  <a:pt x="-74605" y="2026664"/>
                  <a:pt x="39200" y="1550894"/>
                  <a:pt x="366954" y="1119732"/>
                </a:cubicBezTo>
              </a:path>
            </a:pathLst>
          </a:custGeom>
          <a:solidFill>
            <a:schemeClr val="accent4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FCB406B-C6D3-83B9-2060-C33D15195C3C}"/>
              </a:ext>
            </a:extLst>
          </p:cNvPr>
          <p:cNvSpPr/>
          <p:nvPr/>
        </p:nvSpPr>
        <p:spPr>
          <a:xfrm>
            <a:off x="7670900" y="-2881191"/>
            <a:ext cx="5162915" cy="4682201"/>
          </a:xfrm>
          <a:custGeom>
            <a:avLst/>
            <a:gdLst>
              <a:gd name="csX0" fmla="*/ 2204785 w 5162915"/>
              <a:gd name="csY0" fmla="*/ 186351 h 4682201"/>
              <a:gd name="csX1" fmla="*/ 687473 w 5162915"/>
              <a:gd name="csY1" fmla="*/ 802374 h 4682201"/>
              <a:gd name="csX2" fmla="*/ 327340 w 5162915"/>
              <a:gd name="csY2" fmla="*/ 1151025 h 4682201"/>
              <a:gd name="csX3" fmla="*/ 1636 w 5162915"/>
              <a:gd name="csY3" fmla="*/ 1629394 h 4682201"/>
              <a:gd name="csX4" fmla="*/ 293322 w 5162915"/>
              <a:gd name="csY4" fmla="*/ 2586133 h 4682201"/>
              <a:gd name="csX5" fmla="*/ 1039272 w 5162915"/>
              <a:gd name="csY5" fmla="*/ 3931888 h 4682201"/>
              <a:gd name="csX6" fmla="*/ 1429325 w 5162915"/>
              <a:gd name="csY6" fmla="*/ 4239900 h 4682201"/>
              <a:gd name="csX7" fmla="*/ 1827985 w 5162915"/>
              <a:gd name="csY7" fmla="*/ 4604834 h 4682201"/>
              <a:gd name="csX8" fmla="*/ 2273643 w 5162915"/>
              <a:gd name="csY8" fmla="*/ 4681871 h 4682201"/>
              <a:gd name="csX9" fmla="*/ 3075334 w 5162915"/>
              <a:gd name="csY9" fmla="*/ 4507545 h 4682201"/>
              <a:gd name="csX10" fmla="*/ 3581241 w 5162915"/>
              <a:gd name="csY10" fmla="*/ 4179145 h 4682201"/>
              <a:gd name="csX11" fmla="*/ 4344406 w 5162915"/>
              <a:gd name="csY11" fmla="*/ 3757699 h 4682201"/>
              <a:gd name="csX12" fmla="*/ 4923269 w 5162915"/>
              <a:gd name="csY12" fmla="*/ 3311760 h 4682201"/>
              <a:gd name="csX13" fmla="*/ 5154705 w 5162915"/>
              <a:gd name="csY13" fmla="*/ 2675348 h 4682201"/>
              <a:gd name="csX14" fmla="*/ 5137491 w 5162915"/>
              <a:gd name="csY14" fmla="*/ 1742966 h 4682201"/>
              <a:gd name="csX15" fmla="*/ 5081749 w 5162915"/>
              <a:gd name="csY15" fmla="*/ 1309478 h 4682201"/>
              <a:gd name="csX16" fmla="*/ 4961660 w 5162915"/>
              <a:gd name="csY16" fmla="*/ 1122838 h 4682201"/>
              <a:gd name="csX17" fmla="*/ 3932631 w 5162915"/>
              <a:gd name="csY17" fmla="*/ 506814 h 4682201"/>
              <a:gd name="csX18" fmla="*/ 3191189 w 5162915"/>
              <a:gd name="csY18" fmla="*/ 129839 h 4682201"/>
              <a:gd name="csX19" fmla="*/ 2685282 w 5162915"/>
              <a:gd name="csY19" fmla="*/ 8194 h 4682201"/>
              <a:gd name="csX20" fmla="*/ 2205195 w 5162915"/>
              <a:gd name="csY20" fmla="*/ 186761 h 4682201"/>
              <a:gd name="csX21" fmla="*/ 2204922 w 5162915"/>
              <a:gd name="csY21" fmla="*/ 186488 h 468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2915" h="4682201">
                <a:moveTo>
                  <a:pt x="2204785" y="186351"/>
                </a:moveTo>
                <a:lnTo>
                  <a:pt x="687473" y="802374"/>
                </a:lnTo>
                <a:cubicBezTo>
                  <a:pt x="687473" y="802374"/>
                  <a:pt x="498663" y="940302"/>
                  <a:pt x="327340" y="1151025"/>
                </a:cubicBezTo>
                <a:cubicBezTo>
                  <a:pt x="156018" y="1361749"/>
                  <a:pt x="18850" y="1564399"/>
                  <a:pt x="1636" y="1629394"/>
                </a:cubicBezTo>
                <a:cubicBezTo>
                  <a:pt x="-15578" y="1694117"/>
                  <a:pt x="104512" y="2205052"/>
                  <a:pt x="293322" y="2586133"/>
                </a:cubicBezTo>
                <a:cubicBezTo>
                  <a:pt x="481722" y="2967350"/>
                  <a:pt x="1039272" y="3931888"/>
                  <a:pt x="1039272" y="3931888"/>
                </a:cubicBezTo>
                <a:cubicBezTo>
                  <a:pt x="1039272" y="3931888"/>
                  <a:pt x="1339565" y="4166968"/>
                  <a:pt x="1429325" y="4239900"/>
                </a:cubicBezTo>
                <a:cubicBezTo>
                  <a:pt x="1519495" y="4312832"/>
                  <a:pt x="1716502" y="4555985"/>
                  <a:pt x="1827985" y="4604834"/>
                </a:cubicBezTo>
                <a:cubicBezTo>
                  <a:pt x="1939468" y="4653684"/>
                  <a:pt x="2016385" y="4685839"/>
                  <a:pt x="2273643" y="4681871"/>
                </a:cubicBezTo>
                <a:cubicBezTo>
                  <a:pt x="2530900" y="4677903"/>
                  <a:pt x="2886524" y="4600866"/>
                  <a:pt x="3075334" y="4507545"/>
                </a:cubicBezTo>
                <a:cubicBezTo>
                  <a:pt x="3263871" y="4414225"/>
                  <a:pt x="3431368" y="4268224"/>
                  <a:pt x="3581241" y="4179145"/>
                </a:cubicBezTo>
                <a:cubicBezTo>
                  <a:pt x="3731251" y="4090067"/>
                  <a:pt x="4151497" y="3883175"/>
                  <a:pt x="4344406" y="3757699"/>
                </a:cubicBezTo>
                <a:cubicBezTo>
                  <a:pt x="4537315" y="3631812"/>
                  <a:pt x="4841707" y="3417121"/>
                  <a:pt x="4923269" y="3311760"/>
                </a:cubicBezTo>
                <a:cubicBezTo>
                  <a:pt x="5004832" y="3206398"/>
                  <a:pt x="5133392" y="2857747"/>
                  <a:pt x="5154705" y="2675348"/>
                </a:cubicBezTo>
                <a:cubicBezTo>
                  <a:pt x="5176018" y="2492812"/>
                  <a:pt x="5150606" y="1888967"/>
                  <a:pt x="5137491" y="1742966"/>
                </a:cubicBezTo>
                <a:cubicBezTo>
                  <a:pt x="5124375" y="1596965"/>
                  <a:pt x="5081749" y="1309478"/>
                  <a:pt x="5081749" y="1309478"/>
                </a:cubicBezTo>
                <a:cubicBezTo>
                  <a:pt x="5081749" y="1309478"/>
                  <a:pt x="5086258" y="1212190"/>
                  <a:pt x="4961660" y="1122838"/>
                </a:cubicBezTo>
                <a:cubicBezTo>
                  <a:pt x="4837198" y="1033759"/>
                  <a:pt x="4048485" y="567295"/>
                  <a:pt x="3932631" y="506814"/>
                </a:cubicBezTo>
                <a:cubicBezTo>
                  <a:pt x="3817049" y="445924"/>
                  <a:pt x="3272615" y="170205"/>
                  <a:pt x="3191189" y="129839"/>
                </a:cubicBezTo>
                <a:cubicBezTo>
                  <a:pt x="3109626" y="89199"/>
                  <a:pt x="2882699" y="-32446"/>
                  <a:pt x="2685282" y="8194"/>
                </a:cubicBezTo>
                <a:cubicBezTo>
                  <a:pt x="2488274" y="48833"/>
                  <a:pt x="2205195" y="186761"/>
                  <a:pt x="2205195" y="186761"/>
                </a:cubicBezTo>
                <a:lnTo>
                  <a:pt x="2204922" y="186488"/>
                </a:lnTo>
                <a:close/>
              </a:path>
            </a:pathLst>
          </a:custGeom>
          <a:solidFill>
            <a:schemeClr val="accent4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5D7D786-D315-266E-7EE0-EC67EF55C472}"/>
              </a:ext>
            </a:extLst>
          </p:cNvPr>
          <p:cNvSpPr/>
          <p:nvPr/>
        </p:nvSpPr>
        <p:spPr>
          <a:xfrm>
            <a:off x="7670910" y="-4953000"/>
            <a:ext cx="2897443" cy="2394308"/>
          </a:xfrm>
          <a:custGeom>
            <a:avLst/>
            <a:gdLst>
              <a:gd name="csX0" fmla="*/ 2897444 w 2897443"/>
              <a:gd name="csY0" fmla="*/ 1158567 h 2394308"/>
              <a:gd name="csX1" fmla="*/ 2456978 w 2897443"/>
              <a:gd name="csY1" fmla="*/ 2120095 h 2394308"/>
              <a:gd name="csX2" fmla="*/ 1516752 w 2897443"/>
              <a:gd name="csY2" fmla="*/ 2394309 h 2394308"/>
              <a:gd name="csX3" fmla="*/ 20616 w 2897443"/>
              <a:gd name="csY3" fmla="*/ 1158567 h 2394308"/>
              <a:gd name="csX4" fmla="*/ 1516752 w 2897443"/>
              <a:gd name="csY4" fmla="*/ 0 h 2394308"/>
              <a:gd name="csX5" fmla="*/ 2897444 w 2897443"/>
              <a:gd name="csY5" fmla="*/ 1158567 h 23943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97443" h="2394308">
                <a:moveTo>
                  <a:pt x="2897444" y="1158567"/>
                </a:moveTo>
                <a:cubicBezTo>
                  <a:pt x="2650296" y="1564278"/>
                  <a:pt x="2767790" y="1919497"/>
                  <a:pt x="2456978" y="2120095"/>
                </a:cubicBezTo>
                <a:cubicBezTo>
                  <a:pt x="2271993" y="2330681"/>
                  <a:pt x="1869644" y="2394309"/>
                  <a:pt x="1516752" y="2394309"/>
                </a:cubicBezTo>
                <a:cubicBezTo>
                  <a:pt x="590326" y="2394309"/>
                  <a:pt x="-132809" y="2254875"/>
                  <a:pt x="20616" y="1158567"/>
                </a:cubicBezTo>
                <a:cubicBezTo>
                  <a:pt x="20616" y="329084"/>
                  <a:pt x="570242" y="115077"/>
                  <a:pt x="1516752" y="0"/>
                </a:cubicBezTo>
                <a:cubicBezTo>
                  <a:pt x="2343036" y="0"/>
                  <a:pt x="2897444" y="329084"/>
                  <a:pt x="2897444" y="1158567"/>
                </a:cubicBezTo>
              </a:path>
            </a:pathLst>
          </a:custGeom>
          <a:solidFill>
            <a:schemeClr val="accent4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111DACC-35C0-06A7-BE7E-A36EDE9B0F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5080001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116B8-4BD7-6544-E98C-BB1EFEEF5B25}"/>
              </a:ext>
            </a:extLst>
          </p:cNvPr>
          <p:cNvSpPr txBox="1"/>
          <p:nvPr userDrawn="1"/>
        </p:nvSpPr>
        <p:spPr>
          <a:xfrm>
            <a:off x="-2160000" y="914400"/>
            <a:ext cx="1981200" cy="183041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bg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GB" sz="1000" dirty="0">
                <a:solidFill>
                  <a:schemeClr val="bg1"/>
                </a:solidFill>
              </a:rPr>
              <a:t>Use the </a:t>
            </a:r>
            <a:r>
              <a:rPr lang="en-GB" sz="1000" b="1" dirty="0">
                <a:solidFill>
                  <a:schemeClr val="bg1"/>
                </a:solidFill>
              </a:rPr>
              <a:t>Crop</a:t>
            </a:r>
            <a:r>
              <a:rPr lang="en-GB" sz="1000" dirty="0">
                <a:solidFill>
                  <a:schemeClr val="bg1"/>
                </a:solidFill>
              </a:rPr>
              <a:t> tool to reposition the image.</a:t>
            </a:r>
          </a:p>
          <a:p>
            <a:r>
              <a:rPr lang="en-GB" sz="1000" dirty="0">
                <a:solidFill>
                  <a:schemeClr val="bg1"/>
                </a:solidFill>
              </a:rPr>
              <a:t>Select the image, then go to </a:t>
            </a:r>
            <a:r>
              <a:rPr lang="en-GB" sz="1000" b="1" dirty="0">
                <a:solidFill>
                  <a:schemeClr val="bg1"/>
                </a:solidFill>
              </a:rPr>
              <a:t>Picture Format → Crop</a:t>
            </a:r>
            <a:r>
              <a:rPr lang="en-GB" sz="1000" dirty="0">
                <a:solidFill>
                  <a:schemeClr val="bg1"/>
                </a:solidFill>
              </a:rPr>
              <a:t>.</a:t>
            </a: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B87886D-A9B6-8EB5-46D3-4EC8E07E50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93900" y="2120900"/>
            <a:ext cx="469900" cy="4699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C98819E-5517-B9FF-DD92-2DB23DA31F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2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3_Nachtgro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5FFACBB-5FB3-008D-0C28-26B5AA850F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48585" y="1489288"/>
            <a:ext cx="7099380" cy="3681785"/>
          </a:xfrm>
          <a:custGeom>
            <a:avLst/>
            <a:gdLst>
              <a:gd name="csX0" fmla="*/ 2151781 w 7099380"/>
              <a:gd name="csY0" fmla="*/ 1623 h 3681785"/>
              <a:gd name="csX1" fmla="*/ 3241693 w 7099380"/>
              <a:gd name="csY1" fmla="*/ 169633 h 3681785"/>
              <a:gd name="csX2" fmla="*/ 4519782 w 7099380"/>
              <a:gd name="csY2" fmla="*/ 488317 h 3681785"/>
              <a:gd name="csX3" fmla="*/ 5197149 w 7099380"/>
              <a:gd name="csY3" fmla="*/ 868577 h 3681785"/>
              <a:gd name="csX4" fmla="*/ 5702510 w 7099380"/>
              <a:gd name="csY4" fmla="*/ 1267309 h 3681785"/>
              <a:gd name="csX5" fmla="*/ 6331239 w 7099380"/>
              <a:gd name="csY5" fmla="*/ 1729942 h 3681785"/>
              <a:gd name="csX6" fmla="*/ 6902588 w 7099380"/>
              <a:gd name="csY6" fmla="*/ 2088720 h 3681785"/>
              <a:gd name="csX7" fmla="*/ 7091535 w 7099380"/>
              <a:gd name="csY7" fmla="*/ 2331462 h 3681785"/>
              <a:gd name="csX8" fmla="*/ 7079376 w 7099380"/>
              <a:gd name="csY8" fmla="*/ 2572972 h 3681785"/>
              <a:gd name="csX9" fmla="*/ 6874307 w 7099380"/>
              <a:gd name="csY9" fmla="*/ 2810651 h 3681785"/>
              <a:gd name="csX10" fmla="*/ 6593415 w 7099380"/>
              <a:gd name="csY10" fmla="*/ 2974715 h 3681785"/>
              <a:gd name="csX11" fmla="*/ 6001710 w 7099380"/>
              <a:gd name="csY11" fmla="*/ 3147125 h 3681785"/>
              <a:gd name="csX12" fmla="*/ 5259994 w 7099380"/>
              <a:gd name="csY12" fmla="*/ 3276842 h 3681785"/>
              <a:gd name="csX13" fmla="*/ 4669109 w 7099380"/>
              <a:gd name="csY13" fmla="*/ 3363458 h 3681785"/>
              <a:gd name="csX14" fmla="*/ 4059370 w 7099380"/>
              <a:gd name="csY14" fmla="*/ 3457873 h 3681785"/>
              <a:gd name="csX15" fmla="*/ 3560840 w 7099380"/>
              <a:gd name="csY15" fmla="*/ 3525332 h 3681785"/>
              <a:gd name="csX16" fmla="*/ 2573890 w 7099380"/>
              <a:gd name="csY16" fmla="*/ 3632336 h 3681785"/>
              <a:gd name="csX17" fmla="*/ 1911415 w 7099380"/>
              <a:gd name="csY17" fmla="*/ 3671880 h 3681785"/>
              <a:gd name="csX18" fmla="*/ 1911688 w 7099380"/>
              <a:gd name="csY18" fmla="*/ 3671607 h 3681785"/>
              <a:gd name="csX19" fmla="*/ 1911005 w 7099380"/>
              <a:gd name="csY19" fmla="*/ 3671607 h 3681785"/>
              <a:gd name="csX20" fmla="*/ 848641 w 7099380"/>
              <a:gd name="csY20" fmla="*/ 3541615 h 3681785"/>
              <a:gd name="csX21" fmla="*/ 525122 w 7099380"/>
              <a:gd name="csY21" fmla="*/ 3381930 h 3681785"/>
              <a:gd name="csX22" fmla="*/ 309944 w 7099380"/>
              <a:gd name="csY22" fmla="*/ 3085276 h 3681785"/>
              <a:gd name="csX23" fmla="*/ 173870 w 7099380"/>
              <a:gd name="csY23" fmla="*/ 2676008 h 3681785"/>
              <a:gd name="csX24" fmla="*/ 135752 w 7099380"/>
              <a:gd name="csY24" fmla="*/ 2456391 h 3681785"/>
              <a:gd name="csX25" fmla="*/ 16756 w 7099380"/>
              <a:gd name="csY25" fmla="*/ 1835030 h 3681785"/>
              <a:gd name="csX26" fmla="*/ 2547 w 7099380"/>
              <a:gd name="csY26" fmla="*/ 1451350 h 3681785"/>
              <a:gd name="csX27" fmla="*/ 83563 w 7099380"/>
              <a:gd name="csY27" fmla="*/ 1014442 h 3681785"/>
              <a:gd name="csX28" fmla="*/ 568294 w 7099380"/>
              <a:gd name="csY28" fmla="*/ 529915 h 3681785"/>
              <a:gd name="csX29" fmla="*/ 1285691 w 7099380"/>
              <a:gd name="csY29" fmla="*/ 176748 h 3681785"/>
              <a:gd name="csX30" fmla="*/ 2071808 w 7099380"/>
              <a:gd name="csY30" fmla="*/ 1738 h 3681785"/>
              <a:gd name="csX31" fmla="*/ 2151781 w 7099380"/>
              <a:gd name="csY31" fmla="*/ 1623 h 3681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7099380" h="3681785">
                <a:moveTo>
                  <a:pt x="2151781" y="1623"/>
                </a:moveTo>
                <a:cubicBezTo>
                  <a:pt x="2369595" y="16454"/>
                  <a:pt x="2796753" y="128925"/>
                  <a:pt x="3241693" y="169633"/>
                </a:cubicBezTo>
                <a:cubicBezTo>
                  <a:pt x="3750060" y="215745"/>
                  <a:pt x="4334524" y="446720"/>
                  <a:pt x="4519782" y="488317"/>
                </a:cubicBezTo>
                <a:cubicBezTo>
                  <a:pt x="4705040" y="530188"/>
                  <a:pt x="5073644" y="749533"/>
                  <a:pt x="5197149" y="868577"/>
                </a:cubicBezTo>
                <a:cubicBezTo>
                  <a:pt x="5320791" y="987896"/>
                  <a:pt x="5577638" y="1187262"/>
                  <a:pt x="5702510" y="1267309"/>
                </a:cubicBezTo>
                <a:cubicBezTo>
                  <a:pt x="5827381" y="1347493"/>
                  <a:pt x="6265251" y="1681093"/>
                  <a:pt x="6331239" y="1729942"/>
                </a:cubicBezTo>
                <a:cubicBezTo>
                  <a:pt x="6397500" y="1778518"/>
                  <a:pt x="6824714" y="2051638"/>
                  <a:pt x="6902588" y="2088720"/>
                </a:cubicBezTo>
                <a:cubicBezTo>
                  <a:pt x="6980462" y="2126075"/>
                  <a:pt x="7078146" y="2260445"/>
                  <a:pt x="7091535" y="2331462"/>
                </a:cubicBezTo>
                <a:cubicBezTo>
                  <a:pt x="7104924" y="2402888"/>
                  <a:pt x="7101371" y="2511808"/>
                  <a:pt x="7079376" y="2572972"/>
                </a:cubicBezTo>
                <a:cubicBezTo>
                  <a:pt x="7057380" y="2634274"/>
                  <a:pt x="6939066" y="2765634"/>
                  <a:pt x="6874307" y="2810651"/>
                </a:cubicBezTo>
                <a:cubicBezTo>
                  <a:pt x="6809549" y="2855670"/>
                  <a:pt x="6721019" y="2910129"/>
                  <a:pt x="6593415" y="2974715"/>
                </a:cubicBezTo>
                <a:cubicBezTo>
                  <a:pt x="6465948" y="3039163"/>
                  <a:pt x="6269760" y="3089245"/>
                  <a:pt x="6001710" y="3147125"/>
                </a:cubicBezTo>
                <a:cubicBezTo>
                  <a:pt x="5733932" y="3205005"/>
                  <a:pt x="5361230" y="3257959"/>
                  <a:pt x="5259994" y="3276842"/>
                </a:cubicBezTo>
                <a:cubicBezTo>
                  <a:pt x="5158758" y="3295725"/>
                  <a:pt x="4838519" y="3345670"/>
                  <a:pt x="4669109" y="3363458"/>
                </a:cubicBezTo>
                <a:cubicBezTo>
                  <a:pt x="4499426" y="3381383"/>
                  <a:pt x="4168940" y="3447748"/>
                  <a:pt x="4059370" y="3457873"/>
                </a:cubicBezTo>
                <a:cubicBezTo>
                  <a:pt x="3949799" y="3467862"/>
                  <a:pt x="3717954" y="3516438"/>
                  <a:pt x="3560840" y="3525332"/>
                </a:cubicBezTo>
                <a:cubicBezTo>
                  <a:pt x="3403589" y="3534226"/>
                  <a:pt x="2740567" y="3604284"/>
                  <a:pt x="2573890" y="3632336"/>
                </a:cubicBezTo>
                <a:cubicBezTo>
                  <a:pt x="2407212" y="3660386"/>
                  <a:pt x="2203237" y="3637809"/>
                  <a:pt x="1911415" y="3671880"/>
                </a:cubicBezTo>
                <a:lnTo>
                  <a:pt x="1911688" y="3671607"/>
                </a:lnTo>
                <a:lnTo>
                  <a:pt x="1911005" y="3671607"/>
                </a:lnTo>
                <a:cubicBezTo>
                  <a:pt x="1618773" y="3705815"/>
                  <a:pt x="1099477" y="3651629"/>
                  <a:pt x="848641" y="3541615"/>
                </a:cubicBezTo>
                <a:cubicBezTo>
                  <a:pt x="746721" y="3497008"/>
                  <a:pt x="580180" y="3433517"/>
                  <a:pt x="525122" y="3381930"/>
                </a:cubicBezTo>
                <a:cubicBezTo>
                  <a:pt x="469927" y="3330208"/>
                  <a:pt x="348061" y="3172029"/>
                  <a:pt x="309944" y="3085276"/>
                </a:cubicBezTo>
                <a:cubicBezTo>
                  <a:pt x="271827" y="2998524"/>
                  <a:pt x="190401" y="2726909"/>
                  <a:pt x="173870" y="2676008"/>
                </a:cubicBezTo>
                <a:cubicBezTo>
                  <a:pt x="157475" y="2625106"/>
                  <a:pt x="183433" y="2601571"/>
                  <a:pt x="135752" y="2456391"/>
                </a:cubicBezTo>
                <a:cubicBezTo>
                  <a:pt x="88072" y="2311621"/>
                  <a:pt x="24543" y="1940939"/>
                  <a:pt x="16756" y="1835030"/>
                </a:cubicBezTo>
                <a:cubicBezTo>
                  <a:pt x="8968" y="1729121"/>
                  <a:pt x="13750" y="1603235"/>
                  <a:pt x="2547" y="1451350"/>
                </a:cubicBezTo>
                <a:cubicBezTo>
                  <a:pt x="-8656" y="1299329"/>
                  <a:pt x="16892" y="1162632"/>
                  <a:pt x="83563" y="1014442"/>
                </a:cubicBezTo>
                <a:cubicBezTo>
                  <a:pt x="150234" y="866388"/>
                  <a:pt x="420197" y="638971"/>
                  <a:pt x="568294" y="529915"/>
                </a:cubicBezTo>
                <a:cubicBezTo>
                  <a:pt x="716391" y="420859"/>
                  <a:pt x="1090186" y="240239"/>
                  <a:pt x="1285691" y="176748"/>
                </a:cubicBezTo>
                <a:cubicBezTo>
                  <a:pt x="1481605" y="113257"/>
                  <a:pt x="1824251" y="28558"/>
                  <a:pt x="2071808" y="1738"/>
                </a:cubicBezTo>
                <a:cubicBezTo>
                  <a:pt x="2093821" y="-622"/>
                  <a:pt x="2120665" y="-496"/>
                  <a:pt x="2151781" y="1623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505606"/>
            <a:ext cx="6605587" cy="2694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7EDE357-94EA-B00C-1387-BBE334AB16CC}"/>
              </a:ext>
            </a:extLst>
          </p:cNvPr>
          <p:cNvSpPr/>
          <p:nvPr/>
        </p:nvSpPr>
        <p:spPr>
          <a:xfrm>
            <a:off x="8120936" y="4833563"/>
            <a:ext cx="5350339" cy="3669756"/>
          </a:xfrm>
          <a:custGeom>
            <a:avLst/>
            <a:gdLst>
              <a:gd name="csX0" fmla="*/ 366954 w 5350339"/>
              <a:gd name="csY0" fmla="*/ 1119595 h 3669756"/>
              <a:gd name="csX1" fmla="*/ 1603920 w 5350339"/>
              <a:gd name="csY1" fmla="*/ 252346 h 3669756"/>
              <a:gd name="csX2" fmla="*/ 3627959 w 5350339"/>
              <a:gd name="csY2" fmla="*/ 69537 h 3669756"/>
              <a:gd name="csX3" fmla="*/ 4658765 w 5350339"/>
              <a:gd name="csY3" fmla="*/ 961964 h 3669756"/>
              <a:gd name="csX4" fmla="*/ 4663683 w 5350339"/>
              <a:gd name="csY4" fmla="*/ 960458 h 3669756"/>
              <a:gd name="csX5" fmla="*/ 5350340 w 5350339"/>
              <a:gd name="csY5" fmla="*/ 3099436 h 3669756"/>
              <a:gd name="csX6" fmla="*/ 440320 w 5350339"/>
              <a:gd name="csY6" fmla="*/ 3669757 h 3669756"/>
              <a:gd name="csX7" fmla="*/ 57234 w 5350339"/>
              <a:gd name="csY7" fmla="*/ 2476297 h 3669756"/>
              <a:gd name="csX8" fmla="*/ 56961 w 5350339"/>
              <a:gd name="csY8" fmla="*/ 2475340 h 3669756"/>
              <a:gd name="csX9" fmla="*/ 47808 w 5350339"/>
              <a:gd name="csY9" fmla="*/ 2446878 h 3669756"/>
              <a:gd name="csX10" fmla="*/ 48217 w 5350339"/>
              <a:gd name="csY10" fmla="*/ 2446878 h 3669756"/>
              <a:gd name="csX11" fmla="*/ 366954 w 5350339"/>
              <a:gd name="csY11" fmla="*/ 1119732 h 3669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350339" h="3669756">
                <a:moveTo>
                  <a:pt x="366954" y="1119595"/>
                </a:moveTo>
                <a:cubicBezTo>
                  <a:pt x="702495" y="678308"/>
                  <a:pt x="640606" y="479353"/>
                  <a:pt x="1603920" y="252346"/>
                </a:cubicBezTo>
                <a:cubicBezTo>
                  <a:pt x="2215436" y="55443"/>
                  <a:pt x="3098553" y="-93294"/>
                  <a:pt x="3627959" y="69537"/>
                </a:cubicBezTo>
                <a:cubicBezTo>
                  <a:pt x="3880298" y="248241"/>
                  <a:pt x="4502607" y="549685"/>
                  <a:pt x="4658765" y="961964"/>
                </a:cubicBezTo>
                <a:lnTo>
                  <a:pt x="4663683" y="960458"/>
                </a:lnTo>
                <a:lnTo>
                  <a:pt x="5350340" y="3099436"/>
                </a:lnTo>
                <a:lnTo>
                  <a:pt x="440320" y="3669757"/>
                </a:lnTo>
                <a:lnTo>
                  <a:pt x="57234" y="2476297"/>
                </a:lnTo>
                <a:cubicBezTo>
                  <a:pt x="57234" y="2476297"/>
                  <a:pt x="57098" y="2475613"/>
                  <a:pt x="56961" y="2475340"/>
                </a:cubicBezTo>
                <a:lnTo>
                  <a:pt x="47808" y="2446878"/>
                </a:lnTo>
                <a:lnTo>
                  <a:pt x="48217" y="2446878"/>
                </a:lnTo>
                <a:cubicBezTo>
                  <a:pt x="-74605" y="2026664"/>
                  <a:pt x="39200" y="1550894"/>
                  <a:pt x="366954" y="1119732"/>
                </a:cubicBezTo>
              </a:path>
            </a:pathLst>
          </a:custGeom>
          <a:solidFill>
            <a:schemeClr val="accent2"/>
          </a:solidFill>
          <a:ln w="13648" cap="flat">
            <a:noFill/>
            <a:prstDash val="solid"/>
            <a:miter/>
          </a:ln>
        </p:spPr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FCB406B-C6D3-83B9-2060-C33D15195C3C}"/>
              </a:ext>
            </a:extLst>
          </p:cNvPr>
          <p:cNvSpPr/>
          <p:nvPr/>
        </p:nvSpPr>
        <p:spPr>
          <a:xfrm>
            <a:off x="7670900" y="-2881191"/>
            <a:ext cx="5162915" cy="4682201"/>
          </a:xfrm>
          <a:custGeom>
            <a:avLst/>
            <a:gdLst>
              <a:gd name="csX0" fmla="*/ 2204785 w 5162915"/>
              <a:gd name="csY0" fmla="*/ 186351 h 4682201"/>
              <a:gd name="csX1" fmla="*/ 687473 w 5162915"/>
              <a:gd name="csY1" fmla="*/ 802374 h 4682201"/>
              <a:gd name="csX2" fmla="*/ 327340 w 5162915"/>
              <a:gd name="csY2" fmla="*/ 1151025 h 4682201"/>
              <a:gd name="csX3" fmla="*/ 1636 w 5162915"/>
              <a:gd name="csY3" fmla="*/ 1629394 h 4682201"/>
              <a:gd name="csX4" fmla="*/ 293322 w 5162915"/>
              <a:gd name="csY4" fmla="*/ 2586133 h 4682201"/>
              <a:gd name="csX5" fmla="*/ 1039272 w 5162915"/>
              <a:gd name="csY5" fmla="*/ 3931888 h 4682201"/>
              <a:gd name="csX6" fmla="*/ 1429325 w 5162915"/>
              <a:gd name="csY6" fmla="*/ 4239900 h 4682201"/>
              <a:gd name="csX7" fmla="*/ 1827985 w 5162915"/>
              <a:gd name="csY7" fmla="*/ 4604834 h 4682201"/>
              <a:gd name="csX8" fmla="*/ 2273643 w 5162915"/>
              <a:gd name="csY8" fmla="*/ 4681871 h 4682201"/>
              <a:gd name="csX9" fmla="*/ 3075334 w 5162915"/>
              <a:gd name="csY9" fmla="*/ 4507545 h 4682201"/>
              <a:gd name="csX10" fmla="*/ 3581241 w 5162915"/>
              <a:gd name="csY10" fmla="*/ 4179145 h 4682201"/>
              <a:gd name="csX11" fmla="*/ 4344406 w 5162915"/>
              <a:gd name="csY11" fmla="*/ 3757699 h 4682201"/>
              <a:gd name="csX12" fmla="*/ 4923269 w 5162915"/>
              <a:gd name="csY12" fmla="*/ 3311760 h 4682201"/>
              <a:gd name="csX13" fmla="*/ 5154705 w 5162915"/>
              <a:gd name="csY13" fmla="*/ 2675348 h 4682201"/>
              <a:gd name="csX14" fmla="*/ 5137491 w 5162915"/>
              <a:gd name="csY14" fmla="*/ 1742966 h 4682201"/>
              <a:gd name="csX15" fmla="*/ 5081749 w 5162915"/>
              <a:gd name="csY15" fmla="*/ 1309478 h 4682201"/>
              <a:gd name="csX16" fmla="*/ 4961660 w 5162915"/>
              <a:gd name="csY16" fmla="*/ 1122838 h 4682201"/>
              <a:gd name="csX17" fmla="*/ 3932631 w 5162915"/>
              <a:gd name="csY17" fmla="*/ 506814 h 4682201"/>
              <a:gd name="csX18" fmla="*/ 3191189 w 5162915"/>
              <a:gd name="csY18" fmla="*/ 129839 h 4682201"/>
              <a:gd name="csX19" fmla="*/ 2685282 w 5162915"/>
              <a:gd name="csY19" fmla="*/ 8194 h 4682201"/>
              <a:gd name="csX20" fmla="*/ 2205195 w 5162915"/>
              <a:gd name="csY20" fmla="*/ 186761 h 4682201"/>
              <a:gd name="csX21" fmla="*/ 2204922 w 5162915"/>
              <a:gd name="csY21" fmla="*/ 186488 h 468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2915" h="4682201">
                <a:moveTo>
                  <a:pt x="2204785" y="186351"/>
                </a:moveTo>
                <a:lnTo>
                  <a:pt x="687473" y="802374"/>
                </a:lnTo>
                <a:cubicBezTo>
                  <a:pt x="687473" y="802374"/>
                  <a:pt x="498663" y="940302"/>
                  <a:pt x="327340" y="1151025"/>
                </a:cubicBezTo>
                <a:cubicBezTo>
                  <a:pt x="156018" y="1361749"/>
                  <a:pt x="18850" y="1564399"/>
                  <a:pt x="1636" y="1629394"/>
                </a:cubicBezTo>
                <a:cubicBezTo>
                  <a:pt x="-15578" y="1694117"/>
                  <a:pt x="104512" y="2205052"/>
                  <a:pt x="293322" y="2586133"/>
                </a:cubicBezTo>
                <a:cubicBezTo>
                  <a:pt x="481722" y="2967350"/>
                  <a:pt x="1039272" y="3931888"/>
                  <a:pt x="1039272" y="3931888"/>
                </a:cubicBezTo>
                <a:cubicBezTo>
                  <a:pt x="1039272" y="3931888"/>
                  <a:pt x="1339565" y="4166968"/>
                  <a:pt x="1429325" y="4239900"/>
                </a:cubicBezTo>
                <a:cubicBezTo>
                  <a:pt x="1519495" y="4312832"/>
                  <a:pt x="1716502" y="4555985"/>
                  <a:pt x="1827985" y="4604834"/>
                </a:cubicBezTo>
                <a:cubicBezTo>
                  <a:pt x="1939468" y="4653684"/>
                  <a:pt x="2016385" y="4685839"/>
                  <a:pt x="2273643" y="4681871"/>
                </a:cubicBezTo>
                <a:cubicBezTo>
                  <a:pt x="2530900" y="4677903"/>
                  <a:pt x="2886524" y="4600866"/>
                  <a:pt x="3075334" y="4507545"/>
                </a:cubicBezTo>
                <a:cubicBezTo>
                  <a:pt x="3263871" y="4414225"/>
                  <a:pt x="3431368" y="4268224"/>
                  <a:pt x="3581241" y="4179145"/>
                </a:cubicBezTo>
                <a:cubicBezTo>
                  <a:pt x="3731251" y="4090067"/>
                  <a:pt x="4151497" y="3883175"/>
                  <a:pt x="4344406" y="3757699"/>
                </a:cubicBezTo>
                <a:cubicBezTo>
                  <a:pt x="4537315" y="3631812"/>
                  <a:pt x="4841707" y="3417121"/>
                  <a:pt x="4923269" y="3311760"/>
                </a:cubicBezTo>
                <a:cubicBezTo>
                  <a:pt x="5004832" y="3206398"/>
                  <a:pt x="5133392" y="2857747"/>
                  <a:pt x="5154705" y="2675348"/>
                </a:cubicBezTo>
                <a:cubicBezTo>
                  <a:pt x="5176018" y="2492812"/>
                  <a:pt x="5150606" y="1888967"/>
                  <a:pt x="5137491" y="1742966"/>
                </a:cubicBezTo>
                <a:cubicBezTo>
                  <a:pt x="5124375" y="1596965"/>
                  <a:pt x="5081749" y="1309478"/>
                  <a:pt x="5081749" y="1309478"/>
                </a:cubicBezTo>
                <a:cubicBezTo>
                  <a:pt x="5081749" y="1309478"/>
                  <a:pt x="5086258" y="1212190"/>
                  <a:pt x="4961660" y="1122838"/>
                </a:cubicBezTo>
                <a:cubicBezTo>
                  <a:pt x="4837198" y="1033759"/>
                  <a:pt x="4048485" y="567295"/>
                  <a:pt x="3932631" y="506814"/>
                </a:cubicBezTo>
                <a:cubicBezTo>
                  <a:pt x="3817049" y="445924"/>
                  <a:pt x="3272615" y="170205"/>
                  <a:pt x="3191189" y="129839"/>
                </a:cubicBezTo>
                <a:cubicBezTo>
                  <a:pt x="3109626" y="89199"/>
                  <a:pt x="2882699" y="-32446"/>
                  <a:pt x="2685282" y="8194"/>
                </a:cubicBezTo>
                <a:cubicBezTo>
                  <a:pt x="2488274" y="48833"/>
                  <a:pt x="2205195" y="186761"/>
                  <a:pt x="2205195" y="186761"/>
                </a:cubicBezTo>
                <a:lnTo>
                  <a:pt x="2204922" y="186488"/>
                </a:lnTo>
                <a:close/>
              </a:path>
            </a:pathLst>
          </a:custGeom>
          <a:solidFill>
            <a:schemeClr val="accent2"/>
          </a:solidFill>
          <a:ln w="13648" cap="flat">
            <a:noFill/>
            <a:prstDash val="solid"/>
            <a:miter/>
          </a:ln>
        </p:spPr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5D7D786-D315-266E-7EE0-EC67EF55C472}"/>
              </a:ext>
            </a:extLst>
          </p:cNvPr>
          <p:cNvSpPr/>
          <p:nvPr/>
        </p:nvSpPr>
        <p:spPr>
          <a:xfrm>
            <a:off x="7670910" y="-4953000"/>
            <a:ext cx="2897443" cy="2394308"/>
          </a:xfrm>
          <a:custGeom>
            <a:avLst/>
            <a:gdLst>
              <a:gd name="csX0" fmla="*/ 2897444 w 2897443"/>
              <a:gd name="csY0" fmla="*/ 1158567 h 2394308"/>
              <a:gd name="csX1" fmla="*/ 2456978 w 2897443"/>
              <a:gd name="csY1" fmla="*/ 2120095 h 2394308"/>
              <a:gd name="csX2" fmla="*/ 1516752 w 2897443"/>
              <a:gd name="csY2" fmla="*/ 2394309 h 2394308"/>
              <a:gd name="csX3" fmla="*/ 20616 w 2897443"/>
              <a:gd name="csY3" fmla="*/ 1158567 h 2394308"/>
              <a:gd name="csX4" fmla="*/ 1516752 w 2897443"/>
              <a:gd name="csY4" fmla="*/ 0 h 2394308"/>
              <a:gd name="csX5" fmla="*/ 2897444 w 2897443"/>
              <a:gd name="csY5" fmla="*/ 1158567 h 23943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97443" h="2394308">
                <a:moveTo>
                  <a:pt x="2897444" y="1158567"/>
                </a:moveTo>
                <a:cubicBezTo>
                  <a:pt x="2650296" y="1564278"/>
                  <a:pt x="2767790" y="1919497"/>
                  <a:pt x="2456978" y="2120095"/>
                </a:cubicBezTo>
                <a:cubicBezTo>
                  <a:pt x="2271993" y="2330681"/>
                  <a:pt x="1869644" y="2394309"/>
                  <a:pt x="1516752" y="2394309"/>
                </a:cubicBezTo>
                <a:cubicBezTo>
                  <a:pt x="590326" y="2394309"/>
                  <a:pt x="-132809" y="2254875"/>
                  <a:pt x="20616" y="1158567"/>
                </a:cubicBezTo>
                <a:cubicBezTo>
                  <a:pt x="20616" y="329084"/>
                  <a:pt x="570242" y="115077"/>
                  <a:pt x="1516752" y="0"/>
                </a:cubicBezTo>
                <a:cubicBezTo>
                  <a:pt x="2343036" y="0"/>
                  <a:pt x="2897444" y="329084"/>
                  <a:pt x="2897444" y="1158567"/>
                </a:cubicBezTo>
              </a:path>
            </a:pathLst>
          </a:custGeom>
          <a:solidFill>
            <a:schemeClr val="accent2"/>
          </a:solidFill>
          <a:ln w="13648" cap="flat">
            <a:noFill/>
            <a:prstDash val="solid"/>
            <a:miter/>
          </a:ln>
        </p:spPr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66E6068-A852-F7D9-C45D-804F50474C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5080001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EC72B-880F-C49A-A26C-EC64E75E7630}"/>
              </a:ext>
            </a:extLst>
          </p:cNvPr>
          <p:cNvSpPr txBox="1"/>
          <p:nvPr userDrawn="1"/>
        </p:nvSpPr>
        <p:spPr>
          <a:xfrm>
            <a:off x="-2160000" y="914400"/>
            <a:ext cx="1981200" cy="183041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bg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GB" sz="1000" dirty="0">
                <a:solidFill>
                  <a:schemeClr val="bg1"/>
                </a:solidFill>
              </a:rPr>
              <a:t>Use the </a:t>
            </a:r>
            <a:r>
              <a:rPr lang="en-GB" sz="1000" b="1" dirty="0">
                <a:solidFill>
                  <a:schemeClr val="bg1"/>
                </a:solidFill>
              </a:rPr>
              <a:t>Crop</a:t>
            </a:r>
            <a:r>
              <a:rPr lang="en-GB" sz="1000" dirty="0">
                <a:solidFill>
                  <a:schemeClr val="bg1"/>
                </a:solidFill>
              </a:rPr>
              <a:t> tool to reposition the image.</a:t>
            </a:r>
          </a:p>
          <a:p>
            <a:r>
              <a:rPr lang="en-GB" sz="1000" dirty="0">
                <a:solidFill>
                  <a:schemeClr val="bg1"/>
                </a:solidFill>
              </a:rPr>
              <a:t>Select the image, then go to </a:t>
            </a:r>
            <a:r>
              <a:rPr lang="en-GB" sz="1000" b="1" dirty="0">
                <a:solidFill>
                  <a:schemeClr val="bg1"/>
                </a:solidFill>
              </a:rPr>
              <a:t>Picture Format → Crop</a:t>
            </a:r>
            <a:r>
              <a:rPr lang="en-GB" sz="1000" dirty="0">
                <a:solidFill>
                  <a:schemeClr val="bg1"/>
                </a:solidFill>
              </a:rPr>
              <a:t>.</a:t>
            </a: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8A3A67C-68CC-077A-9902-6712A3E639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93900" y="2120900"/>
            <a:ext cx="469900" cy="4699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9321A22-E980-BD38-EEF1-AB21168F9A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11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3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5FFACBB-5FB3-008D-0C28-26B5AA850F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48585" y="1489288"/>
            <a:ext cx="7099380" cy="3681785"/>
          </a:xfrm>
          <a:custGeom>
            <a:avLst/>
            <a:gdLst>
              <a:gd name="csX0" fmla="*/ 2151781 w 7099380"/>
              <a:gd name="csY0" fmla="*/ 1623 h 3681785"/>
              <a:gd name="csX1" fmla="*/ 3241693 w 7099380"/>
              <a:gd name="csY1" fmla="*/ 169633 h 3681785"/>
              <a:gd name="csX2" fmla="*/ 4519782 w 7099380"/>
              <a:gd name="csY2" fmla="*/ 488317 h 3681785"/>
              <a:gd name="csX3" fmla="*/ 5197149 w 7099380"/>
              <a:gd name="csY3" fmla="*/ 868577 h 3681785"/>
              <a:gd name="csX4" fmla="*/ 5702510 w 7099380"/>
              <a:gd name="csY4" fmla="*/ 1267309 h 3681785"/>
              <a:gd name="csX5" fmla="*/ 6331239 w 7099380"/>
              <a:gd name="csY5" fmla="*/ 1729942 h 3681785"/>
              <a:gd name="csX6" fmla="*/ 6902588 w 7099380"/>
              <a:gd name="csY6" fmla="*/ 2088720 h 3681785"/>
              <a:gd name="csX7" fmla="*/ 7091535 w 7099380"/>
              <a:gd name="csY7" fmla="*/ 2331462 h 3681785"/>
              <a:gd name="csX8" fmla="*/ 7079376 w 7099380"/>
              <a:gd name="csY8" fmla="*/ 2572972 h 3681785"/>
              <a:gd name="csX9" fmla="*/ 6874307 w 7099380"/>
              <a:gd name="csY9" fmla="*/ 2810651 h 3681785"/>
              <a:gd name="csX10" fmla="*/ 6593415 w 7099380"/>
              <a:gd name="csY10" fmla="*/ 2974715 h 3681785"/>
              <a:gd name="csX11" fmla="*/ 6001710 w 7099380"/>
              <a:gd name="csY11" fmla="*/ 3147125 h 3681785"/>
              <a:gd name="csX12" fmla="*/ 5259994 w 7099380"/>
              <a:gd name="csY12" fmla="*/ 3276842 h 3681785"/>
              <a:gd name="csX13" fmla="*/ 4669109 w 7099380"/>
              <a:gd name="csY13" fmla="*/ 3363458 h 3681785"/>
              <a:gd name="csX14" fmla="*/ 4059370 w 7099380"/>
              <a:gd name="csY14" fmla="*/ 3457873 h 3681785"/>
              <a:gd name="csX15" fmla="*/ 3560840 w 7099380"/>
              <a:gd name="csY15" fmla="*/ 3525332 h 3681785"/>
              <a:gd name="csX16" fmla="*/ 2573890 w 7099380"/>
              <a:gd name="csY16" fmla="*/ 3632336 h 3681785"/>
              <a:gd name="csX17" fmla="*/ 1911415 w 7099380"/>
              <a:gd name="csY17" fmla="*/ 3671880 h 3681785"/>
              <a:gd name="csX18" fmla="*/ 1911688 w 7099380"/>
              <a:gd name="csY18" fmla="*/ 3671607 h 3681785"/>
              <a:gd name="csX19" fmla="*/ 1911005 w 7099380"/>
              <a:gd name="csY19" fmla="*/ 3671607 h 3681785"/>
              <a:gd name="csX20" fmla="*/ 848641 w 7099380"/>
              <a:gd name="csY20" fmla="*/ 3541615 h 3681785"/>
              <a:gd name="csX21" fmla="*/ 525122 w 7099380"/>
              <a:gd name="csY21" fmla="*/ 3381930 h 3681785"/>
              <a:gd name="csX22" fmla="*/ 309944 w 7099380"/>
              <a:gd name="csY22" fmla="*/ 3085276 h 3681785"/>
              <a:gd name="csX23" fmla="*/ 173870 w 7099380"/>
              <a:gd name="csY23" fmla="*/ 2676008 h 3681785"/>
              <a:gd name="csX24" fmla="*/ 135752 w 7099380"/>
              <a:gd name="csY24" fmla="*/ 2456391 h 3681785"/>
              <a:gd name="csX25" fmla="*/ 16756 w 7099380"/>
              <a:gd name="csY25" fmla="*/ 1835030 h 3681785"/>
              <a:gd name="csX26" fmla="*/ 2547 w 7099380"/>
              <a:gd name="csY26" fmla="*/ 1451350 h 3681785"/>
              <a:gd name="csX27" fmla="*/ 83563 w 7099380"/>
              <a:gd name="csY27" fmla="*/ 1014442 h 3681785"/>
              <a:gd name="csX28" fmla="*/ 568294 w 7099380"/>
              <a:gd name="csY28" fmla="*/ 529915 h 3681785"/>
              <a:gd name="csX29" fmla="*/ 1285691 w 7099380"/>
              <a:gd name="csY29" fmla="*/ 176748 h 3681785"/>
              <a:gd name="csX30" fmla="*/ 2071808 w 7099380"/>
              <a:gd name="csY30" fmla="*/ 1738 h 3681785"/>
              <a:gd name="csX31" fmla="*/ 2151781 w 7099380"/>
              <a:gd name="csY31" fmla="*/ 1623 h 3681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7099380" h="3681785">
                <a:moveTo>
                  <a:pt x="2151781" y="1623"/>
                </a:moveTo>
                <a:cubicBezTo>
                  <a:pt x="2369595" y="16454"/>
                  <a:pt x="2796753" y="128925"/>
                  <a:pt x="3241693" y="169633"/>
                </a:cubicBezTo>
                <a:cubicBezTo>
                  <a:pt x="3750060" y="215745"/>
                  <a:pt x="4334524" y="446720"/>
                  <a:pt x="4519782" y="488317"/>
                </a:cubicBezTo>
                <a:cubicBezTo>
                  <a:pt x="4705040" y="530188"/>
                  <a:pt x="5073644" y="749533"/>
                  <a:pt x="5197149" y="868577"/>
                </a:cubicBezTo>
                <a:cubicBezTo>
                  <a:pt x="5320791" y="987896"/>
                  <a:pt x="5577638" y="1187262"/>
                  <a:pt x="5702510" y="1267309"/>
                </a:cubicBezTo>
                <a:cubicBezTo>
                  <a:pt x="5827381" y="1347493"/>
                  <a:pt x="6265251" y="1681093"/>
                  <a:pt x="6331239" y="1729942"/>
                </a:cubicBezTo>
                <a:cubicBezTo>
                  <a:pt x="6397500" y="1778518"/>
                  <a:pt x="6824714" y="2051638"/>
                  <a:pt x="6902588" y="2088720"/>
                </a:cubicBezTo>
                <a:cubicBezTo>
                  <a:pt x="6980462" y="2126075"/>
                  <a:pt x="7078146" y="2260445"/>
                  <a:pt x="7091535" y="2331462"/>
                </a:cubicBezTo>
                <a:cubicBezTo>
                  <a:pt x="7104924" y="2402888"/>
                  <a:pt x="7101371" y="2511808"/>
                  <a:pt x="7079376" y="2572972"/>
                </a:cubicBezTo>
                <a:cubicBezTo>
                  <a:pt x="7057380" y="2634274"/>
                  <a:pt x="6939066" y="2765634"/>
                  <a:pt x="6874307" y="2810651"/>
                </a:cubicBezTo>
                <a:cubicBezTo>
                  <a:pt x="6809549" y="2855670"/>
                  <a:pt x="6721019" y="2910129"/>
                  <a:pt x="6593415" y="2974715"/>
                </a:cubicBezTo>
                <a:cubicBezTo>
                  <a:pt x="6465948" y="3039163"/>
                  <a:pt x="6269760" y="3089245"/>
                  <a:pt x="6001710" y="3147125"/>
                </a:cubicBezTo>
                <a:cubicBezTo>
                  <a:pt x="5733932" y="3205005"/>
                  <a:pt x="5361230" y="3257959"/>
                  <a:pt x="5259994" y="3276842"/>
                </a:cubicBezTo>
                <a:cubicBezTo>
                  <a:pt x="5158758" y="3295725"/>
                  <a:pt x="4838519" y="3345670"/>
                  <a:pt x="4669109" y="3363458"/>
                </a:cubicBezTo>
                <a:cubicBezTo>
                  <a:pt x="4499426" y="3381383"/>
                  <a:pt x="4168940" y="3447748"/>
                  <a:pt x="4059370" y="3457873"/>
                </a:cubicBezTo>
                <a:cubicBezTo>
                  <a:pt x="3949799" y="3467862"/>
                  <a:pt x="3717954" y="3516438"/>
                  <a:pt x="3560840" y="3525332"/>
                </a:cubicBezTo>
                <a:cubicBezTo>
                  <a:pt x="3403589" y="3534226"/>
                  <a:pt x="2740567" y="3604284"/>
                  <a:pt x="2573890" y="3632336"/>
                </a:cubicBezTo>
                <a:cubicBezTo>
                  <a:pt x="2407212" y="3660386"/>
                  <a:pt x="2203237" y="3637809"/>
                  <a:pt x="1911415" y="3671880"/>
                </a:cubicBezTo>
                <a:lnTo>
                  <a:pt x="1911688" y="3671607"/>
                </a:lnTo>
                <a:lnTo>
                  <a:pt x="1911005" y="3671607"/>
                </a:lnTo>
                <a:cubicBezTo>
                  <a:pt x="1618773" y="3705815"/>
                  <a:pt x="1099477" y="3651629"/>
                  <a:pt x="848641" y="3541615"/>
                </a:cubicBezTo>
                <a:cubicBezTo>
                  <a:pt x="746721" y="3497008"/>
                  <a:pt x="580180" y="3433517"/>
                  <a:pt x="525122" y="3381930"/>
                </a:cubicBezTo>
                <a:cubicBezTo>
                  <a:pt x="469927" y="3330208"/>
                  <a:pt x="348061" y="3172029"/>
                  <a:pt x="309944" y="3085276"/>
                </a:cubicBezTo>
                <a:cubicBezTo>
                  <a:pt x="271827" y="2998524"/>
                  <a:pt x="190401" y="2726909"/>
                  <a:pt x="173870" y="2676008"/>
                </a:cubicBezTo>
                <a:cubicBezTo>
                  <a:pt x="157475" y="2625106"/>
                  <a:pt x="183433" y="2601571"/>
                  <a:pt x="135752" y="2456391"/>
                </a:cubicBezTo>
                <a:cubicBezTo>
                  <a:pt x="88072" y="2311621"/>
                  <a:pt x="24543" y="1940939"/>
                  <a:pt x="16756" y="1835030"/>
                </a:cubicBezTo>
                <a:cubicBezTo>
                  <a:pt x="8968" y="1729121"/>
                  <a:pt x="13750" y="1603235"/>
                  <a:pt x="2547" y="1451350"/>
                </a:cubicBezTo>
                <a:cubicBezTo>
                  <a:pt x="-8656" y="1299329"/>
                  <a:pt x="16892" y="1162632"/>
                  <a:pt x="83563" y="1014442"/>
                </a:cubicBezTo>
                <a:cubicBezTo>
                  <a:pt x="150234" y="866388"/>
                  <a:pt x="420197" y="638971"/>
                  <a:pt x="568294" y="529915"/>
                </a:cubicBezTo>
                <a:cubicBezTo>
                  <a:pt x="716391" y="420859"/>
                  <a:pt x="1090186" y="240239"/>
                  <a:pt x="1285691" y="176748"/>
                </a:cubicBezTo>
                <a:cubicBezTo>
                  <a:pt x="1481605" y="113257"/>
                  <a:pt x="1824251" y="28558"/>
                  <a:pt x="2071808" y="1738"/>
                </a:cubicBezTo>
                <a:cubicBezTo>
                  <a:pt x="2093821" y="-622"/>
                  <a:pt x="2120665" y="-496"/>
                  <a:pt x="2151781" y="1623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505606"/>
            <a:ext cx="6605587" cy="2694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7EDE357-94EA-B00C-1387-BBE334AB16CC}"/>
              </a:ext>
            </a:extLst>
          </p:cNvPr>
          <p:cNvSpPr/>
          <p:nvPr/>
        </p:nvSpPr>
        <p:spPr>
          <a:xfrm>
            <a:off x="8120936" y="4833563"/>
            <a:ext cx="5350339" cy="3669756"/>
          </a:xfrm>
          <a:custGeom>
            <a:avLst/>
            <a:gdLst>
              <a:gd name="csX0" fmla="*/ 366954 w 5350339"/>
              <a:gd name="csY0" fmla="*/ 1119595 h 3669756"/>
              <a:gd name="csX1" fmla="*/ 1603920 w 5350339"/>
              <a:gd name="csY1" fmla="*/ 252346 h 3669756"/>
              <a:gd name="csX2" fmla="*/ 3627959 w 5350339"/>
              <a:gd name="csY2" fmla="*/ 69537 h 3669756"/>
              <a:gd name="csX3" fmla="*/ 4658765 w 5350339"/>
              <a:gd name="csY3" fmla="*/ 961964 h 3669756"/>
              <a:gd name="csX4" fmla="*/ 4663683 w 5350339"/>
              <a:gd name="csY4" fmla="*/ 960458 h 3669756"/>
              <a:gd name="csX5" fmla="*/ 5350340 w 5350339"/>
              <a:gd name="csY5" fmla="*/ 3099436 h 3669756"/>
              <a:gd name="csX6" fmla="*/ 440320 w 5350339"/>
              <a:gd name="csY6" fmla="*/ 3669757 h 3669756"/>
              <a:gd name="csX7" fmla="*/ 57234 w 5350339"/>
              <a:gd name="csY7" fmla="*/ 2476297 h 3669756"/>
              <a:gd name="csX8" fmla="*/ 56961 w 5350339"/>
              <a:gd name="csY8" fmla="*/ 2475340 h 3669756"/>
              <a:gd name="csX9" fmla="*/ 47808 w 5350339"/>
              <a:gd name="csY9" fmla="*/ 2446878 h 3669756"/>
              <a:gd name="csX10" fmla="*/ 48217 w 5350339"/>
              <a:gd name="csY10" fmla="*/ 2446878 h 3669756"/>
              <a:gd name="csX11" fmla="*/ 366954 w 5350339"/>
              <a:gd name="csY11" fmla="*/ 1119732 h 3669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350339" h="3669756">
                <a:moveTo>
                  <a:pt x="366954" y="1119595"/>
                </a:moveTo>
                <a:cubicBezTo>
                  <a:pt x="702495" y="678308"/>
                  <a:pt x="640606" y="479353"/>
                  <a:pt x="1603920" y="252346"/>
                </a:cubicBezTo>
                <a:cubicBezTo>
                  <a:pt x="2215436" y="55443"/>
                  <a:pt x="3098553" y="-93294"/>
                  <a:pt x="3627959" y="69537"/>
                </a:cubicBezTo>
                <a:cubicBezTo>
                  <a:pt x="3880298" y="248241"/>
                  <a:pt x="4502607" y="549685"/>
                  <a:pt x="4658765" y="961964"/>
                </a:cubicBezTo>
                <a:lnTo>
                  <a:pt x="4663683" y="960458"/>
                </a:lnTo>
                <a:lnTo>
                  <a:pt x="5350340" y="3099436"/>
                </a:lnTo>
                <a:lnTo>
                  <a:pt x="440320" y="3669757"/>
                </a:lnTo>
                <a:lnTo>
                  <a:pt x="57234" y="2476297"/>
                </a:lnTo>
                <a:cubicBezTo>
                  <a:pt x="57234" y="2476297"/>
                  <a:pt x="57098" y="2475613"/>
                  <a:pt x="56961" y="2475340"/>
                </a:cubicBezTo>
                <a:lnTo>
                  <a:pt x="47808" y="2446878"/>
                </a:lnTo>
                <a:lnTo>
                  <a:pt x="48217" y="2446878"/>
                </a:lnTo>
                <a:cubicBezTo>
                  <a:pt x="-74605" y="2026664"/>
                  <a:pt x="39200" y="1550894"/>
                  <a:pt x="366954" y="1119732"/>
                </a:cubicBezTo>
              </a:path>
            </a:pathLst>
          </a:custGeom>
          <a:solidFill>
            <a:schemeClr val="tx1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FCB406B-C6D3-83B9-2060-C33D15195C3C}"/>
              </a:ext>
            </a:extLst>
          </p:cNvPr>
          <p:cNvSpPr/>
          <p:nvPr/>
        </p:nvSpPr>
        <p:spPr>
          <a:xfrm>
            <a:off x="7670900" y="-2881191"/>
            <a:ext cx="5162915" cy="4682201"/>
          </a:xfrm>
          <a:custGeom>
            <a:avLst/>
            <a:gdLst>
              <a:gd name="csX0" fmla="*/ 2204785 w 5162915"/>
              <a:gd name="csY0" fmla="*/ 186351 h 4682201"/>
              <a:gd name="csX1" fmla="*/ 687473 w 5162915"/>
              <a:gd name="csY1" fmla="*/ 802374 h 4682201"/>
              <a:gd name="csX2" fmla="*/ 327340 w 5162915"/>
              <a:gd name="csY2" fmla="*/ 1151025 h 4682201"/>
              <a:gd name="csX3" fmla="*/ 1636 w 5162915"/>
              <a:gd name="csY3" fmla="*/ 1629394 h 4682201"/>
              <a:gd name="csX4" fmla="*/ 293322 w 5162915"/>
              <a:gd name="csY4" fmla="*/ 2586133 h 4682201"/>
              <a:gd name="csX5" fmla="*/ 1039272 w 5162915"/>
              <a:gd name="csY5" fmla="*/ 3931888 h 4682201"/>
              <a:gd name="csX6" fmla="*/ 1429325 w 5162915"/>
              <a:gd name="csY6" fmla="*/ 4239900 h 4682201"/>
              <a:gd name="csX7" fmla="*/ 1827985 w 5162915"/>
              <a:gd name="csY7" fmla="*/ 4604834 h 4682201"/>
              <a:gd name="csX8" fmla="*/ 2273643 w 5162915"/>
              <a:gd name="csY8" fmla="*/ 4681871 h 4682201"/>
              <a:gd name="csX9" fmla="*/ 3075334 w 5162915"/>
              <a:gd name="csY9" fmla="*/ 4507545 h 4682201"/>
              <a:gd name="csX10" fmla="*/ 3581241 w 5162915"/>
              <a:gd name="csY10" fmla="*/ 4179145 h 4682201"/>
              <a:gd name="csX11" fmla="*/ 4344406 w 5162915"/>
              <a:gd name="csY11" fmla="*/ 3757699 h 4682201"/>
              <a:gd name="csX12" fmla="*/ 4923269 w 5162915"/>
              <a:gd name="csY12" fmla="*/ 3311760 h 4682201"/>
              <a:gd name="csX13" fmla="*/ 5154705 w 5162915"/>
              <a:gd name="csY13" fmla="*/ 2675348 h 4682201"/>
              <a:gd name="csX14" fmla="*/ 5137491 w 5162915"/>
              <a:gd name="csY14" fmla="*/ 1742966 h 4682201"/>
              <a:gd name="csX15" fmla="*/ 5081749 w 5162915"/>
              <a:gd name="csY15" fmla="*/ 1309478 h 4682201"/>
              <a:gd name="csX16" fmla="*/ 4961660 w 5162915"/>
              <a:gd name="csY16" fmla="*/ 1122838 h 4682201"/>
              <a:gd name="csX17" fmla="*/ 3932631 w 5162915"/>
              <a:gd name="csY17" fmla="*/ 506814 h 4682201"/>
              <a:gd name="csX18" fmla="*/ 3191189 w 5162915"/>
              <a:gd name="csY18" fmla="*/ 129839 h 4682201"/>
              <a:gd name="csX19" fmla="*/ 2685282 w 5162915"/>
              <a:gd name="csY19" fmla="*/ 8194 h 4682201"/>
              <a:gd name="csX20" fmla="*/ 2205195 w 5162915"/>
              <a:gd name="csY20" fmla="*/ 186761 h 4682201"/>
              <a:gd name="csX21" fmla="*/ 2204922 w 5162915"/>
              <a:gd name="csY21" fmla="*/ 186488 h 468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2915" h="4682201">
                <a:moveTo>
                  <a:pt x="2204785" y="186351"/>
                </a:moveTo>
                <a:lnTo>
                  <a:pt x="687473" y="802374"/>
                </a:lnTo>
                <a:cubicBezTo>
                  <a:pt x="687473" y="802374"/>
                  <a:pt x="498663" y="940302"/>
                  <a:pt x="327340" y="1151025"/>
                </a:cubicBezTo>
                <a:cubicBezTo>
                  <a:pt x="156018" y="1361749"/>
                  <a:pt x="18850" y="1564399"/>
                  <a:pt x="1636" y="1629394"/>
                </a:cubicBezTo>
                <a:cubicBezTo>
                  <a:pt x="-15578" y="1694117"/>
                  <a:pt x="104512" y="2205052"/>
                  <a:pt x="293322" y="2586133"/>
                </a:cubicBezTo>
                <a:cubicBezTo>
                  <a:pt x="481722" y="2967350"/>
                  <a:pt x="1039272" y="3931888"/>
                  <a:pt x="1039272" y="3931888"/>
                </a:cubicBezTo>
                <a:cubicBezTo>
                  <a:pt x="1039272" y="3931888"/>
                  <a:pt x="1339565" y="4166968"/>
                  <a:pt x="1429325" y="4239900"/>
                </a:cubicBezTo>
                <a:cubicBezTo>
                  <a:pt x="1519495" y="4312832"/>
                  <a:pt x="1716502" y="4555985"/>
                  <a:pt x="1827985" y="4604834"/>
                </a:cubicBezTo>
                <a:cubicBezTo>
                  <a:pt x="1939468" y="4653684"/>
                  <a:pt x="2016385" y="4685839"/>
                  <a:pt x="2273643" y="4681871"/>
                </a:cubicBezTo>
                <a:cubicBezTo>
                  <a:pt x="2530900" y="4677903"/>
                  <a:pt x="2886524" y="4600866"/>
                  <a:pt x="3075334" y="4507545"/>
                </a:cubicBezTo>
                <a:cubicBezTo>
                  <a:pt x="3263871" y="4414225"/>
                  <a:pt x="3431368" y="4268224"/>
                  <a:pt x="3581241" y="4179145"/>
                </a:cubicBezTo>
                <a:cubicBezTo>
                  <a:pt x="3731251" y="4090067"/>
                  <a:pt x="4151497" y="3883175"/>
                  <a:pt x="4344406" y="3757699"/>
                </a:cubicBezTo>
                <a:cubicBezTo>
                  <a:pt x="4537315" y="3631812"/>
                  <a:pt x="4841707" y="3417121"/>
                  <a:pt x="4923269" y="3311760"/>
                </a:cubicBezTo>
                <a:cubicBezTo>
                  <a:pt x="5004832" y="3206398"/>
                  <a:pt x="5133392" y="2857747"/>
                  <a:pt x="5154705" y="2675348"/>
                </a:cubicBezTo>
                <a:cubicBezTo>
                  <a:pt x="5176018" y="2492812"/>
                  <a:pt x="5150606" y="1888967"/>
                  <a:pt x="5137491" y="1742966"/>
                </a:cubicBezTo>
                <a:cubicBezTo>
                  <a:pt x="5124375" y="1596965"/>
                  <a:pt x="5081749" y="1309478"/>
                  <a:pt x="5081749" y="1309478"/>
                </a:cubicBezTo>
                <a:cubicBezTo>
                  <a:pt x="5081749" y="1309478"/>
                  <a:pt x="5086258" y="1212190"/>
                  <a:pt x="4961660" y="1122838"/>
                </a:cubicBezTo>
                <a:cubicBezTo>
                  <a:pt x="4837198" y="1033759"/>
                  <a:pt x="4048485" y="567295"/>
                  <a:pt x="3932631" y="506814"/>
                </a:cubicBezTo>
                <a:cubicBezTo>
                  <a:pt x="3817049" y="445924"/>
                  <a:pt x="3272615" y="170205"/>
                  <a:pt x="3191189" y="129839"/>
                </a:cubicBezTo>
                <a:cubicBezTo>
                  <a:pt x="3109626" y="89199"/>
                  <a:pt x="2882699" y="-32446"/>
                  <a:pt x="2685282" y="8194"/>
                </a:cubicBezTo>
                <a:cubicBezTo>
                  <a:pt x="2488274" y="48833"/>
                  <a:pt x="2205195" y="186761"/>
                  <a:pt x="2205195" y="186761"/>
                </a:cubicBezTo>
                <a:lnTo>
                  <a:pt x="2204922" y="186488"/>
                </a:lnTo>
                <a:close/>
              </a:path>
            </a:pathLst>
          </a:custGeom>
          <a:solidFill>
            <a:schemeClr val="tx1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5D7D786-D315-266E-7EE0-EC67EF55C472}"/>
              </a:ext>
            </a:extLst>
          </p:cNvPr>
          <p:cNvSpPr/>
          <p:nvPr/>
        </p:nvSpPr>
        <p:spPr>
          <a:xfrm>
            <a:off x="7670910" y="-4953000"/>
            <a:ext cx="2897443" cy="2394308"/>
          </a:xfrm>
          <a:custGeom>
            <a:avLst/>
            <a:gdLst>
              <a:gd name="csX0" fmla="*/ 2897444 w 2897443"/>
              <a:gd name="csY0" fmla="*/ 1158567 h 2394308"/>
              <a:gd name="csX1" fmla="*/ 2456978 w 2897443"/>
              <a:gd name="csY1" fmla="*/ 2120095 h 2394308"/>
              <a:gd name="csX2" fmla="*/ 1516752 w 2897443"/>
              <a:gd name="csY2" fmla="*/ 2394309 h 2394308"/>
              <a:gd name="csX3" fmla="*/ 20616 w 2897443"/>
              <a:gd name="csY3" fmla="*/ 1158567 h 2394308"/>
              <a:gd name="csX4" fmla="*/ 1516752 w 2897443"/>
              <a:gd name="csY4" fmla="*/ 0 h 2394308"/>
              <a:gd name="csX5" fmla="*/ 2897444 w 2897443"/>
              <a:gd name="csY5" fmla="*/ 1158567 h 23943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97443" h="2394308">
                <a:moveTo>
                  <a:pt x="2897444" y="1158567"/>
                </a:moveTo>
                <a:cubicBezTo>
                  <a:pt x="2650296" y="1564278"/>
                  <a:pt x="2767790" y="1919497"/>
                  <a:pt x="2456978" y="2120095"/>
                </a:cubicBezTo>
                <a:cubicBezTo>
                  <a:pt x="2271993" y="2330681"/>
                  <a:pt x="1869644" y="2394309"/>
                  <a:pt x="1516752" y="2394309"/>
                </a:cubicBezTo>
                <a:cubicBezTo>
                  <a:pt x="590326" y="2394309"/>
                  <a:pt x="-132809" y="2254875"/>
                  <a:pt x="20616" y="1158567"/>
                </a:cubicBezTo>
                <a:cubicBezTo>
                  <a:pt x="20616" y="329084"/>
                  <a:pt x="570242" y="115077"/>
                  <a:pt x="1516752" y="0"/>
                </a:cubicBezTo>
                <a:cubicBezTo>
                  <a:pt x="2343036" y="0"/>
                  <a:pt x="2897444" y="329084"/>
                  <a:pt x="2897444" y="1158567"/>
                </a:cubicBezTo>
              </a:path>
            </a:pathLst>
          </a:custGeom>
          <a:solidFill>
            <a:schemeClr val="tx1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1F97D93-24DB-22D2-C64E-7C97C0E480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6605587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/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09CBB0-49B4-A364-9809-BFD2AA6CD566}"/>
              </a:ext>
            </a:extLst>
          </p:cNvPr>
          <p:cNvSpPr txBox="1"/>
          <p:nvPr userDrawn="1"/>
        </p:nvSpPr>
        <p:spPr>
          <a:xfrm>
            <a:off x="-2160000" y="914400"/>
            <a:ext cx="1981200" cy="183041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GB" sz="1000" dirty="0">
                <a:solidFill>
                  <a:schemeClr val="tx1"/>
                </a:solidFill>
              </a:rPr>
              <a:t>Use the </a:t>
            </a:r>
            <a:r>
              <a:rPr lang="en-GB" sz="1000" b="1" dirty="0">
                <a:solidFill>
                  <a:schemeClr val="tx1"/>
                </a:solidFill>
              </a:rPr>
              <a:t>Crop</a:t>
            </a:r>
            <a:r>
              <a:rPr lang="en-GB" sz="1000" dirty="0">
                <a:solidFill>
                  <a:schemeClr val="tx1"/>
                </a:solidFill>
              </a:rPr>
              <a:t> tool to reposition the image.</a:t>
            </a:r>
          </a:p>
          <a:p>
            <a:r>
              <a:rPr lang="en-GB" sz="1000" dirty="0">
                <a:solidFill>
                  <a:schemeClr val="tx1"/>
                </a:solidFill>
              </a:rPr>
              <a:t>Select the image, then go to </a:t>
            </a:r>
            <a:r>
              <a:rPr lang="en-GB" sz="1000" b="1" dirty="0">
                <a:solidFill>
                  <a:schemeClr val="tx1"/>
                </a:solidFill>
              </a:rPr>
              <a:t>Picture Format → Crop</a:t>
            </a:r>
            <a:r>
              <a:rPr lang="en-GB" sz="1000" dirty="0">
                <a:solidFill>
                  <a:schemeClr val="tx1"/>
                </a:solidFill>
              </a:rPr>
              <a:t>.</a:t>
            </a:r>
          </a:p>
          <a:p>
            <a:endParaRPr lang="en-GB" sz="1000" dirty="0">
              <a:solidFill>
                <a:schemeClr val="tx1"/>
              </a:solidFill>
            </a:endParaRPr>
          </a:p>
          <a:p>
            <a:endParaRPr lang="en-GB" sz="1000" dirty="0">
              <a:solidFill>
                <a:schemeClr val="tx1"/>
              </a:solidFill>
            </a:endParaRPr>
          </a:p>
          <a:p>
            <a:endParaRPr lang="en-GB" sz="1000" dirty="0">
              <a:solidFill>
                <a:schemeClr val="tx1"/>
              </a:solidFill>
            </a:endParaRPr>
          </a:p>
          <a:p>
            <a:endParaRPr lang="en-GB" sz="1000" dirty="0">
              <a:solidFill>
                <a:schemeClr val="tx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2630E1-BC85-423E-8A58-E01E224853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93900" y="2120900"/>
            <a:ext cx="4699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74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4_Imag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raphic 149">
            <a:extLst>
              <a:ext uri="{FF2B5EF4-FFF2-40B4-BE49-F238E27FC236}">
                <a16:creationId xmlns:a16="http://schemas.microsoft.com/office/drawing/2014/main" id="{BDA47A5F-47E6-7E3C-F980-70E40DFADD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147" name="Picture Placeholder 146">
            <a:extLst>
              <a:ext uri="{FF2B5EF4-FFF2-40B4-BE49-F238E27FC236}">
                <a16:creationId xmlns:a16="http://schemas.microsoft.com/office/drawing/2014/main" id="{FFE7425B-36A7-0AA6-8BB7-B4DD399091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2"/>
            <a:ext cx="12191996" cy="6857998"/>
          </a:xfrm>
          <a:custGeom>
            <a:avLst/>
            <a:gdLst>
              <a:gd name="csX0" fmla="*/ 684531 w 12191996"/>
              <a:gd name="csY0" fmla="*/ 6310598 h 6857998"/>
              <a:gd name="csX1" fmla="*/ 707073 w 12191996"/>
              <a:gd name="csY1" fmla="*/ 6310598 h 6857998"/>
              <a:gd name="csX2" fmla="*/ 720408 w 12191996"/>
              <a:gd name="csY2" fmla="*/ 6346717 h 6857998"/>
              <a:gd name="csX3" fmla="*/ 726441 w 12191996"/>
              <a:gd name="csY3" fmla="*/ 6363481 h 6857998"/>
              <a:gd name="csX4" fmla="*/ 732473 w 12191996"/>
              <a:gd name="csY4" fmla="*/ 6346717 h 6857998"/>
              <a:gd name="csX5" fmla="*/ 745808 w 12191996"/>
              <a:gd name="csY5" fmla="*/ 6310598 h 6857998"/>
              <a:gd name="csX6" fmla="*/ 768509 w 12191996"/>
              <a:gd name="csY6" fmla="*/ 6310598 h 6857998"/>
              <a:gd name="csX7" fmla="*/ 768509 w 12191996"/>
              <a:gd name="csY7" fmla="*/ 6382836 h 6857998"/>
              <a:gd name="csX8" fmla="*/ 752317 w 12191996"/>
              <a:gd name="csY8" fmla="*/ 6382836 h 6857998"/>
              <a:gd name="csX9" fmla="*/ 752317 w 12191996"/>
              <a:gd name="csY9" fmla="*/ 6333611 h 6857998"/>
              <a:gd name="csX10" fmla="*/ 746919 w 12191996"/>
              <a:gd name="csY10" fmla="*/ 6347936 h 6857998"/>
              <a:gd name="csX11" fmla="*/ 739934 w 12191996"/>
              <a:gd name="csY11" fmla="*/ 6365919 h 6857998"/>
              <a:gd name="csX12" fmla="*/ 733584 w 12191996"/>
              <a:gd name="csY12" fmla="*/ 6382988 h 6857998"/>
              <a:gd name="csX13" fmla="*/ 719456 w 12191996"/>
              <a:gd name="csY13" fmla="*/ 6382988 h 6857998"/>
              <a:gd name="csX14" fmla="*/ 713106 w 12191996"/>
              <a:gd name="csY14" fmla="*/ 6365919 h 6857998"/>
              <a:gd name="csX15" fmla="*/ 706121 w 12191996"/>
              <a:gd name="csY15" fmla="*/ 6347936 h 6857998"/>
              <a:gd name="csX16" fmla="*/ 700723 w 12191996"/>
              <a:gd name="csY16" fmla="*/ 6333611 h 6857998"/>
              <a:gd name="csX17" fmla="*/ 700723 w 12191996"/>
              <a:gd name="csY17" fmla="*/ 6382836 h 6857998"/>
              <a:gd name="csX18" fmla="*/ 684689 w 12191996"/>
              <a:gd name="csY18" fmla="*/ 6382836 h 6857998"/>
              <a:gd name="csX19" fmla="*/ 684531 w 12191996"/>
              <a:gd name="csY19" fmla="*/ 6382836 h 6857998"/>
              <a:gd name="csX20" fmla="*/ 1293016 w 12191996"/>
              <a:gd name="csY20" fmla="*/ 6296425 h 6857998"/>
              <a:gd name="csX21" fmla="*/ 1293016 w 12191996"/>
              <a:gd name="csY21" fmla="*/ 6310445 h 6857998"/>
              <a:gd name="csX22" fmla="*/ 1267616 w 12191996"/>
              <a:gd name="csY22" fmla="*/ 6330562 h 6857998"/>
              <a:gd name="csX23" fmla="*/ 1249359 w 12191996"/>
              <a:gd name="csY23" fmla="*/ 6317456 h 6857998"/>
              <a:gd name="csX24" fmla="*/ 1264123 w 12191996"/>
              <a:gd name="csY24" fmla="*/ 6304045 h 6857998"/>
              <a:gd name="csX25" fmla="*/ 1279681 w 12191996"/>
              <a:gd name="csY25" fmla="*/ 6300997 h 6857998"/>
              <a:gd name="csX26" fmla="*/ 1293016 w 12191996"/>
              <a:gd name="csY26" fmla="*/ 6296425 h 6857998"/>
              <a:gd name="csX27" fmla="*/ 1170936 w 12191996"/>
              <a:gd name="csY27" fmla="*/ 6296425 h 6857998"/>
              <a:gd name="csX28" fmla="*/ 1170936 w 12191996"/>
              <a:gd name="csY28" fmla="*/ 6310445 h 6857998"/>
              <a:gd name="csX29" fmla="*/ 1145536 w 12191996"/>
              <a:gd name="csY29" fmla="*/ 6330562 h 6857998"/>
              <a:gd name="csX30" fmla="*/ 1127280 w 12191996"/>
              <a:gd name="csY30" fmla="*/ 6317456 h 6857998"/>
              <a:gd name="csX31" fmla="*/ 1142043 w 12191996"/>
              <a:gd name="csY31" fmla="*/ 6304045 h 6857998"/>
              <a:gd name="csX32" fmla="*/ 1157601 w 12191996"/>
              <a:gd name="csY32" fmla="*/ 6300997 h 6857998"/>
              <a:gd name="csX33" fmla="*/ 1170936 w 12191996"/>
              <a:gd name="csY33" fmla="*/ 6296425 h 6857998"/>
              <a:gd name="csX34" fmla="*/ 2531109 w 12191996"/>
              <a:gd name="csY34" fmla="*/ 6258324 h 6857998"/>
              <a:gd name="csX35" fmla="*/ 2558573 w 12191996"/>
              <a:gd name="csY35" fmla="*/ 6283165 h 6857998"/>
              <a:gd name="csX36" fmla="*/ 2503328 w 12191996"/>
              <a:gd name="csY36" fmla="*/ 6283165 h 6857998"/>
              <a:gd name="csX37" fmla="*/ 2531109 w 12191996"/>
              <a:gd name="csY37" fmla="*/ 6258324 h 6857998"/>
              <a:gd name="csX38" fmla="*/ 2921000 w 12191996"/>
              <a:gd name="csY38" fmla="*/ 6239122 h 6857998"/>
              <a:gd name="csX39" fmla="*/ 2968149 w 12191996"/>
              <a:gd name="csY39" fmla="*/ 6338792 h 6857998"/>
              <a:gd name="csX40" fmla="*/ 2945289 w 12191996"/>
              <a:gd name="csY40" fmla="*/ 6385883 h 6857998"/>
              <a:gd name="csX41" fmla="*/ 2979420 w 12191996"/>
              <a:gd name="csY41" fmla="*/ 6385883 h 6857998"/>
              <a:gd name="csX42" fmla="*/ 3046411 w 12191996"/>
              <a:gd name="csY42" fmla="*/ 6239122 h 6857998"/>
              <a:gd name="csX43" fmla="*/ 3012757 w 12191996"/>
              <a:gd name="csY43" fmla="*/ 6239122 h 6857998"/>
              <a:gd name="csX44" fmla="*/ 2992914 w 12191996"/>
              <a:gd name="csY44" fmla="*/ 6285756 h 6857998"/>
              <a:gd name="csX45" fmla="*/ 2984182 w 12191996"/>
              <a:gd name="csY45" fmla="*/ 6306940 h 6857998"/>
              <a:gd name="csX46" fmla="*/ 2975134 w 12191996"/>
              <a:gd name="csY46" fmla="*/ 6285604 h 6857998"/>
              <a:gd name="csX47" fmla="*/ 2954972 w 12191996"/>
              <a:gd name="csY47" fmla="*/ 6239122 h 6857998"/>
              <a:gd name="csX48" fmla="*/ 2796380 w 12191996"/>
              <a:gd name="csY48" fmla="*/ 6239122 h 6857998"/>
              <a:gd name="csX49" fmla="*/ 2796380 w 12191996"/>
              <a:gd name="csY49" fmla="*/ 6350222 h 6857998"/>
              <a:gd name="csX50" fmla="*/ 2826702 w 12191996"/>
              <a:gd name="csY50" fmla="*/ 6350222 h 6857998"/>
              <a:gd name="csX51" fmla="*/ 2826702 w 12191996"/>
              <a:gd name="csY51" fmla="*/ 6239122 h 6857998"/>
              <a:gd name="csX52" fmla="*/ 2349499 w 12191996"/>
              <a:gd name="csY52" fmla="*/ 6239122 h 6857998"/>
              <a:gd name="csX53" fmla="*/ 2396013 w 12191996"/>
              <a:gd name="csY53" fmla="*/ 6350222 h 6857998"/>
              <a:gd name="csX54" fmla="*/ 2426810 w 12191996"/>
              <a:gd name="csY54" fmla="*/ 6350222 h 6857998"/>
              <a:gd name="csX55" fmla="*/ 2473324 w 12191996"/>
              <a:gd name="csY55" fmla="*/ 6239122 h 6857998"/>
              <a:gd name="csX56" fmla="*/ 2439352 w 12191996"/>
              <a:gd name="csY56" fmla="*/ 6239122 h 6857998"/>
              <a:gd name="csX57" fmla="*/ 2421572 w 12191996"/>
              <a:gd name="csY57" fmla="*/ 6289262 h 6857998"/>
              <a:gd name="csX58" fmla="*/ 2411570 w 12191996"/>
              <a:gd name="csY58" fmla="*/ 6317608 h 6857998"/>
              <a:gd name="csX59" fmla="*/ 2401252 w 12191996"/>
              <a:gd name="csY59" fmla="*/ 6289262 h 6857998"/>
              <a:gd name="csX60" fmla="*/ 2383471 w 12191996"/>
              <a:gd name="csY60" fmla="*/ 6239122 h 6857998"/>
              <a:gd name="csX61" fmla="*/ 2307589 w 12191996"/>
              <a:gd name="csY61" fmla="*/ 6239122 h 6857998"/>
              <a:gd name="csX62" fmla="*/ 2307589 w 12191996"/>
              <a:gd name="csY62" fmla="*/ 6350222 h 6857998"/>
              <a:gd name="csX63" fmla="*/ 2337910 w 12191996"/>
              <a:gd name="csY63" fmla="*/ 6350222 h 6857998"/>
              <a:gd name="csX64" fmla="*/ 2337910 w 12191996"/>
              <a:gd name="csY64" fmla="*/ 6239122 h 6857998"/>
              <a:gd name="csX65" fmla="*/ 1615755 w 12191996"/>
              <a:gd name="csY65" fmla="*/ 6239122 h 6857998"/>
              <a:gd name="csX66" fmla="*/ 1615755 w 12191996"/>
              <a:gd name="csY66" fmla="*/ 6350222 h 6857998"/>
              <a:gd name="csX67" fmla="*/ 1646076 w 12191996"/>
              <a:gd name="csY67" fmla="*/ 6350222 h 6857998"/>
              <a:gd name="csX68" fmla="*/ 1646076 w 12191996"/>
              <a:gd name="csY68" fmla="*/ 6239122 h 6857998"/>
              <a:gd name="csX69" fmla="*/ 795656 w 12191996"/>
              <a:gd name="csY69" fmla="*/ 6238361 h 6857998"/>
              <a:gd name="csX70" fmla="*/ 558166 w 12191996"/>
              <a:gd name="csY70" fmla="*/ 6349460 h 6857998"/>
              <a:gd name="csX71" fmla="*/ 795656 w 12191996"/>
              <a:gd name="csY71" fmla="*/ 6460560 h 6857998"/>
              <a:gd name="csX72" fmla="*/ 2665729 w 12191996"/>
              <a:gd name="csY72" fmla="*/ 6236836 h 6857998"/>
              <a:gd name="csX73" fmla="*/ 2635566 w 12191996"/>
              <a:gd name="csY73" fmla="*/ 6255886 h 6857998"/>
              <a:gd name="csX74" fmla="*/ 2635566 w 12191996"/>
              <a:gd name="csY74" fmla="*/ 6239122 h 6857998"/>
              <a:gd name="csX75" fmla="*/ 2606515 w 12191996"/>
              <a:gd name="csY75" fmla="*/ 6239122 h 6857998"/>
              <a:gd name="csX76" fmla="*/ 2606515 w 12191996"/>
              <a:gd name="csY76" fmla="*/ 6350222 h 6857998"/>
              <a:gd name="csX77" fmla="*/ 2606674 w 12191996"/>
              <a:gd name="csY77" fmla="*/ 6350069 h 6857998"/>
              <a:gd name="csX78" fmla="*/ 2636995 w 12191996"/>
              <a:gd name="csY78" fmla="*/ 6350069 h 6857998"/>
              <a:gd name="csX79" fmla="*/ 2636995 w 12191996"/>
              <a:gd name="csY79" fmla="*/ 6294900 h 6857998"/>
              <a:gd name="csX80" fmla="*/ 2666364 w 12191996"/>
              <a:gd name="csY80" fmla="*/ 6266249 h 6857998"/>
              <a:gd name="csX81" fmla="*/ 2670809 w 12191996"/>
              <a:gd name="csY81" fmla="*/ 6266249 h 6857998"/>
              <a:gd name="csX82" fmla="*/ 2670809 w 12191996"/>
              <a:gd name="csY82" fmla="*/ 6236836 h 6857998"/>
              <a:gd name="csX83" fmla="*/ 1597181 w 12191996"/>
              <a:gd name="csY83" fmla="*/ 6236836 h 6857998"/>
              <a:gd name="csX84" fmla="*/ 1567018 w 12191996"/>
              <a:gd name="csY84" fmla="*/ 6255886 h 6857998"/>
              <a:gd name="csX85" fmla="*/ 1567018 w 12191996"/>
              <a:gd name="csY85" fmla="*/ 6239122 h 6857998"/>
              <a:gd name="csX86" fmla="*/ 1537967 w 12191996"/>
              <a:gd name="csY86" fmla="*/ 6239122 h 6857998"/>
              <a:gd name="csX87" fmla="*/ 1537967 w 12191996"/>
              <a:gd name="csY87" fmla="*/ 6350222 h 6857998"/>
              <a:gd name="csX88" fmla="*/ 1538284 w 12191996"/>
              <a:gd name="csY88" fmla="*/ 6350069 h 6857998"/>
              <a:gd name="csX89" fmla="*/ 1568606 w 12191996"/>
              <a:gd name="csY89" fmla="*/ 6350069 h 6857998"/>
              <a:gd name="csX90" fmla="*/ 1568606 w 12191996"/>
              <a:gd name="csY90" fmla="*/ 6294900 h 6857998"/>
              <a:gd name="csX91" fmla="*/ 1597974 w 12191996"/>
              <a:gd name="csY91" fmla="*/ 6266249 h 6857998"/>
              <a:gd name="csX92" fmla="*/ 1602419 w 12191996"/>
              <a:gd name="csY92" fmla="*/ 6266249 h 6857998"/>
              <a:gd name="csX93" fmla="*/ 1602419 w 12191996"/>
              <a:gd name="csY93" fmla="*/ 6236836 h 6857998"/>
              <a:gd name="csX94" fmla="*/ 1717354 w 12191996"/>
              <a:gd name="csY94" fmla="*/ 6235922 h 6857998"/>
              <a:gd name="csX95" fmla="*/ 1656553 w 12191996"/>
              <a:gd name="csY95" fmla="*/ 6294596 h 6857998"/>
              <a:gd name="csX96" fmla="*/ 1716243 w 12191996"/>
              <a:gd name="csY96" fmla="*/ 6353422 h 6857998"/>
              <a:gd name="csX97" fmla="*/ 1773552 w 12191996"/>
              <a:gd name="csY97" fmla="*/ 6306331 h 6857998"/>
              <a:gd name="csX98" fmla="*/ 1742754 w 12191996"/>
              <a:gd name="csY98" fmla="*/ 6306331 h 6857998"/>
              <a:gd name="csX99" fmla="*/ 1716402 w 12191996"/>
              <a:gd name="csY99" fmla="*/ 6327057 h 6857998"/>
              <a:gd name="csX100" fmla="*/ 1687192 w 12191996"/>
              <a:gd name="csY100" fmla="*/ 6294444 h 6857998"/>
              <a:gd name="csX101" fmla="*/ 1716402 w 12191996"/>
              <a:gd name="csY101" fmla="*/ 6262135 h 6857998"/>
              <a:gd name="csX102" fmla="*/ 1742754 w 12191996"/>
              <a:gd name="csY102" fmla="*/ 6283318 h 6857998"/>
              <a:gd name="csX103" fmla="*/ 1773552 w 12191996"/>
              <a:gd name="csY103" fmla="*/ 6283318 h 6857998"/>
              <a:gd name="csX104" fmla="*/ 1717354 w 12191996"/>
              <a:gd name="csY104" fmla="*/ 6235922 h 6857998"/>
              <a:gd name="csX105" fmla="*/ 2731293 w 12191996"/>
              <a:gd name="csY105" fmla="*/ 6235769 h 6857998"/>
              <a:gd name="csX106" fmla="*/ 2680969 w 12191996"/>
              <a:gd name="csY106" fmla="*/ 6272040 h 6857998"/>
              <a:gd name="csX107" fmla="*/ 2712878 w 12191996"/>
              <a:gd name="csY107" fmla="*/ 6303282 h 6857998"/>
              <a:gd name="csX108" fmla="*/ 2739548 w 12191996"/>
              <a:gd name="csY108" fmla="*/ 6307397 h 6857998"/>
              <a:gd name="csX109" fmla="*/ 2752406 w 12191996"/>
              <a:gd name="csY109" fmla="*/ 6318217 h 6857998"/>
              <a:gd name="csX110" fmla="*/ 2732881 w 12191996"/>
              <a:gd name="csY110" fmla="*/ 6331171 h 6857998"/>
              <a:gd name="csX111" fmla="*/ 2708592 w 12191996"/>
              <a:gd name="csY111" fmla="*/ 6314103 h 6857998"/>
              <a:gd name="csX112" fmla="*/ 2677794 w 12191996"/>
              <a:gd name="csY112" fmla="*/ 6314103 h 6857998"/>
              <a:gd name="csX113" fmla="*/ 2731769 w 12191996"/>
              <a:gd name="csY113" fmla="*/ 6353422 h 6857998"/>
              <a:gd name="csX114" fmla="*/ 2783204 w 12191996"/>
              <a:gd name="csY114" fmla="*/ 6315627 h 6857998"/>
              <a:gd name="csX115" fmla="*/ 2752725 w 12191996"/>
              <a:gd name="csY115" fmla="*/ 6284080 h 6857998"/>
              <a:gd name="csX116" fmla="*/ 2725101 w 12191996"/>
              <a:gd name="csY116" fmla="*/ 6279965 h 6857998"/>
              <a:gd name="csX117" fmla="*/ 2711766 w 12191996"/>
              <a:gd name="csY117" fmla="*/ 6269602 h 6857998"/>
              <a:gd name="csX118" fmla="*/ 2730182 w 12191996"/>
              <a:gd name="csY118" fmla="*/ 6257257 h 6857998"/>
              <a:gd name="csX119" fmla="*/ 2751930 w 12191996"/>
              <a:gd name="csY119" fmla="*/ 6273259 h 6857998"/>
              <a:gd name="csX120" fmla="*/ 2782729 w 12191996"/>
              <a:gd name="csY120" fmla="*/ 6273259 h 6857998"/>
              <a:gd name="csX121" fmla="*/ 2731293 w 12191996"/>
              <a:gd name="csY121" fmla="*/ 6235769 h 6857998"/>
              <a:gd name="csX122" fmla="*/ 2530792 w 12191996"/>
              <a:gd name="csY122" fmla="*/ 6235769 h 6857998"/>
              <a:gd name="csX123" fmla="*/ 2472213 w 12191996"/>
              <a:gd name="csY123" fmla="*/ 6294291 h 6857998"/>
              <a:gd name="csX124" fmla="*/ 2507173 w 12191996"/>
              <a:gd name="csY124" fmla="*/ 6349219 h 6857998"/>
              <a:gd name="csX125" fmla="*/ 2531647 w 12191996"/>
              <a:gd name="csY125" fmla="*/ 6353406 h 6857998"/>
              <a:gd name="csX126" fmla="*/ 2531585 w 12191996"/>
              <a:gd name="csY126" fmla="*/ 6353422 h 6857998"/>
              <a:gd name="csX127" fmla="*/ 2531744 w 12191996"/>
              <a:gd name="csY127" fmla="*/ 6353422 h 6857998"/>
              <a:gd name="csX128" fmla="*/ 2531647 w 12191996"/>
              <a:gd name="csY128" fmla="*/ 6353406 h 6857998"/>
              <a:gd name="csX129" fmla="*/ 2568376 w 12191996"/>
              <a:gd name="csY129" fmla="*/ 6343554 h 6857998"/>
              <a:gd name="csX130" fmla="*/ 2587783 w 12191996"/>
              <a:gd name="csY130" fmla="*/ 6316084 h 6857998"/>
              <a:gd name="csX131" fmla="*/ 2556827 w 12191996"/>
              <a:gd name="csY131" fmla="*/ 6316084 h 6857998"/>
              <a:gd name="csX132" fmla="*/ 2532379 w 12191996"/>
              <a:gd name="csY132" fmla="*/ 6330257 h 6857998"/>
              <a:gd name="csX133" fmla="*/ 2503169 w 12191996"/>
              <a:gd name="csY133" fmla="*/ 6304197 h 6857998"/>
              <a:gd name="csX134" fmla="*/ 2588259 w 12191996"/>
              <a:gd name="csY134" fmla="*/ 6304197 h 6857998"/>
              <a:gd name="csX135" fmla="*/ 2589371 w 12191996"/>
              <a:gd name="csY135" fmla="*/ 6290328 h 6857998"/>
              <a:gd name="csX136" fmla="*/ 2589371 w 12191996"/>
              <a:gd name="csY136" fmla="*/ 6289871 h 6857998"/>
              <a:gd name="csX137" fmla="*/ 2530792 w 12191996"/>
              <a:gd name="csY137" fmla="*/ 6235769 h 6857998"/>
              <a:gd name="csX138" fmla="*/ 2249169 w 12191996"/>
              <a:gd name="csY138" fmla="*/ 6235769 h 6857998"/>
              <a:gd name="csX139" fmla="*/ 2214402 w 12191996"/>
              <a:gd name="csY139" fmla="*/ 6251771 h 6857998"/>
              <a:gd name="csX140" fmla="*/ 2214402 w 12191996"/>
              <a:gd name="csY140" fmla="*/ 6239122 h 6857998"/>
              <a:gd name="csX141" fmla="*/ 2185352 w 12191996"/>
              <a:gd name="csY141" fmla="*/ 6239122 h 6857998"/>
              <a:gd name="csX142" fmla="*/ 2185352 w 12191996"/>
              <a:gd name="csY142" fmla="*/ 6350069 h 6857998"/>
              <a:gd name="csX143" fmla="*/ 2215673 w 12191996"/>
              <a:gd name="csY143" fmla="*/ 6350069 h 6857998"/>
              <a:gd name="csX144" fmla="*/ 2215673 w 12191996"/>
              <a:gd name="csY144" fmla="*/ 6287280 h 6857998"/>
              <a:gd name="csX145" fmla="*/ 2239327 w 12191996"/>
              <a:gd name="csY145" fmla="*/ 6262744 h 6857998"/>
              <a:gd name="csX146" fmla="*/ 2260599 w 12191996"/>
              <a:gd name="csY146" fmla="*/ 6286061 h 6857998"/>
              <a:gd name="csX147" fmla="*/ 2260599 w 12191996"/>
              <a:gd name="csY147" fmla="*/ 6350069 h 6857998"/>
              <a:gd name="csX148" fmla="*/ 2291237 w 12191996"/>
              <a:gd name="csY148" fmla="*/ 6350069 h 6857998"/>
              <a:gd name="csX149" fmla="*/ 2291237 w 12191996"/>
              <a:gd name="csY149" fmla="*/ 6279813 h 6857998"/>
              <a:gd name="csX150" fmla="*/ 2249169 w 12191996"/>
              <a:gd name="csY150" fmla="*/ 6235769 h 6857998"/>
              <a:gd name="csX151" fmla="*/ 1396680 w 12191996"/>
              <a:gd name="csY151" fmla="*/ 6235769 h 6857998"/>
              <a:gd name="csX152" fmla="*/ 1346356 w 12191996"/>
              <a:gd name="csY152" fmla="*/ 6272040 h 6857998"/>
              <a:gd name="csX153" fmla="*/ 1378265 w 12191996"/>
              <a:gd name="csY153" fmla="*/ 6303282 h 6857998"/>
              <a:gd name="csX154" fmla="*/ 1404935 w 12191996"/>
              <a:gd name="csY154" fmla="*/ 6307397 h 6857998"/>
              <a:gd name="csX155" fmla="*/ 1417794 w 12191996"/>
              <a:gd name="csY155" fmla="*/ 6318217 h 6857998"/>
              <a:gd name="csX156" fmla="*/ 1398267 w 12191996"/>
              <a:gd name="csY156" fmla="*/ 6331171 h 6857998"/>
              <a:gd name="csX157" fmla="*/ 1373979 w 12191996"/>
              <a:gd name="csY157" fmla="*/ 6314103 h 6857998"/>
              <a:gd name="csX158" fmla="*/ 1343181 w 12191996"/>
              <a:gd name="csY158" fmla="*/ 6314103 h 6857998"/>
              <a:gd name="csX159" fmla="*/ 1397156 w 12191996"/>
              <a:gd name="csY159" fmla="*/ 6353422 h 6857998"/>
              <a:gd name="csX160" fmla="*/ 1448591 w 12191996"/>
              <a:gd name="csY160" fmla="*/ 6315627 h 6857998"/>
              <a:gd name="csX161" fmla="*/ 1417952 w 12191996"/>
              <a:gd name="csY161" fmla="*/ 6284080 h 6857998"/>
              <a:gd name="csX162" fmla="*/ 1390330 w 12191996"/>
              <a:gd name="csY162" fmla="*/ 6279965 h 6857998"/>
              <a:gd name="csX163" fmla="*/ 1377153 w 12191996"/>
              <a:gd name="csY163" fmla="*/ 6269602 h 6857998"/>
              <a:gd name="csX164" fmla="*/ 1395568 w 12191996"/>
              <a:gd name="csY164" fmla="*/ 6257257 h 6857998"/>
              <a:gd name="csX165" fmla="*/ 1417317 w 12191996"/>
              <a:gd name="csY165" fmla="*/ 6273259 h 6857998"/>
              <a:gd name="csX166" fmla="*/ 1448115 w 12191996"/>
              <a:gd name="csY166" fmla="*/ 6273259 h 6857998"/>
              <a:gd name="csX167" fmla="*/ 1396680 w 12191996"/>
              <a:gd name="csY167" fmla="*/ 6235769 h 6857998"/>
              <a:gd name="csX168" fmla="*/ 1274760 w 12191996"/>
              <a:gd name="csY168" fmla="*/ 6235617 h 6857998"/>
              <a:gd name="csX169" fmla="*/ 1221895 w 12191996"/>
              <a:gd name="csY169" fmla="*/ 6273565 h 6857998"/>
              <a:gd name="csX170" fmla="*/ 1252692 w 12191996"/>
              <a:gd name="csY170" fmla="*/ 6273565 h 6857998"/>
              <a:gd name="csX171" fmla="*/ 1274917 w 12191996"/>
              <a:gd name="csY171" fmla="*/ 6258325 h 6857998"/>
              <a:gd name="csX172" fmla="*/ 1292857 w 12191996"/>
              <a:gd name="csY172" fmla="*/ 6270364 h 6857998"/>
              <a:gd name="csX173" fmla="*/ 1281586 w 12191996"/>
              <a:gd name="csY173" fmla="*/ 6280118 h 6857998"/>
              <a:gd name="csX174" fmla="*/ 1254439 w 12191996"/>
              <a:gd name="csY174" fmla="*/ 6284690 h 6857998"/>
              <a:gd name="csX175" fmla="*/ 1218562 w 12191996"/>
              <a:gd name="csY175" fmla="*/ 6319285 h 6857998"/>
              <a:gd name="csX176" fmla="*/ 1259678 w 12191996"/>
              <a:gd name="csY176" fmla="*/ 6353422 h 6857998"/>
              <a:gd name="csX177" fmla="*/ 1259836 w 12191996"/>
              <a:gd name="csY177" fmla="*/ 6353270 h 6857998"/>
              <a:gd name="csX178" fmla="*/ 1295079 w 12191996"/>
              <a:gd name="csY178" fmla="*/ 6340163 h 6857998"/>
              <a:gd name="csX179" fmla="*/ 1317146 w 12191996"/>
              <a:gd name="csY179" fmla="*/ 6352203 h 6857998"/>
              <a:gd name="csX180" fmla="*/ 1335085 w 12191996"/>
              <a:gd name="csY180" fmla="*/ 6349003 h 6857998"/>
              <a:gd name="csX181" fmla="*/ 1335085 w 12191996"/>
              <a:gd name="csY181" fmla="*/ 6326295 h 6857998"/>
              <a:gd name="csX182" fmla="*/ 1329846 w 12191996"/>
              <a:gd name="csY182" fmla="*/ 6326905 h 6857998"/>
              <a:gd name="csX183" fmla="*/ 1323496 w 12191996"/>
              <a:gd name="csY183" fmla="*/ 6320047 h 6857998"/>
              <a:gd name="csX184" fmla="*/ 1323496 w 12191996"/>
              <a:gd name="csY184" fmla="*/ 6271888 h 6857998"/>
              <a:gd name="csX185" fmla="*/ 1274760 w 12191996"/>
              <a:gd name="csY185" fmla="*/ 6235617 h 6857998"/>
              <a:gd name="csX186" fmla="*/ 1152680 w 12191996"/>
              <a:gd name="csY186" fmla="*/ 6235617 h 6857998"/>
              <a:gd name="csX187" fmla="*/ 1099816 w 12191996"/>
              <a:gd name="csY187" fmla="*/ 6273565 h 6857998"/>
              <a:gd name="csX188" fmla="*/ 1130613 w 12191996"/>
              <a:gd name="csY188" fmla="*/ 6273565 h 6857998"/>
              <a:gd name="csX189" fmla="*/ 1152838 w 12191996"/>
              <a:gd name="csY189" fmla="*/ 6258325 h 6857998"/>
              <a:gd name="csX190" fmla="*/ 1170777 w 12191996"/>
              <a:gd name="csY190" fmla="*/ 6270364 h 6857998"/>
              <a:gd name="csX191" fmla="*/ 1159506 w 12191996"/>
              <a:gd name="csY191" fmla="*/ 6280118 h 6857998"/>
              <a:gd name="csX192" fmla="*/ 1132360 w 12191996"/>
              <a:gd name="csY192" fmla="*/ 6284690 h 6857998"/>
              <a:gd name="csX193" fmla="*/ 1096482 w 12191996"/>
              <a:gd name="csY193" fmla="*/ 6319285 h 6857998"/>
              <a:gd name="csX194" fmla="*/ 1137598 w 12191996"/>
              <a:gd name="csY194" fmla="*/ 6353422 h 6857998"/>
              <a:gd name="csX195" fmla="*/ 1137757 w 12191996"/>
              <a:gd name="csY195" fmla="*/ 6353270 h 6857998"/>
              <a:gd name="csX196" fmla="*/ 1173000 w 12191996"/>
              <a:gd name="csY196" fmla="*/ 6340163 h 6857998"/>
              <a:gd name="csX197" fmla="*/ 1195066 w 12191996"/>
              <a:gd name="csY197" fmla="*/ 6352203 h 6857998"/>
              <a:gd name="csX198" fmla="*/ 1213005 w 12191996"/>
              <a:gd name="csY198" fmla="*/ 6349003 h 6857998"/>
              <a:gd name="csX199" fmla="*/ 1213005 w 12191996"/>
              <a:gd name="csY199" fmla="*/ 6326295 h 6857998"/>
              <a:gd name="csX200" fmla="*/ 1207766 w 12191996"/>
              <a:gd name="csY200" fmla="*/ 6326905 h 6857998"/>
              <a:gd name="csX201" fmla="*/ 1201416 w 12191996"/>
              <a:gd name="csY201" fmla="*/ 6320047 h 6857998"/>
              <a:gd name="csX202" fmla="*/ 1201416 w 12191996"/>
              <a:gd name="csY202" fmla="*/ 6271888 h 6857998"/>
              <a:gd name="csX203" fmla="*/ 1152680 w 12191996"/>
              <a:gd name="csY203" fmla="*/ 6235617 h 6857998"/>
              <a:gd name="csX204" fmla="*/ 2862103 w 12191996"/>
              <a:gd name="csY204" fmla="*/ 6212452 h 6857998"/>
              <a:gd name="csX205" fmla="*/ 2862103 w 12191996"/>
              <a:gd name="csY205" fmla="*/ 6229978 h 6857998"/>
              <a:gd name="csX206" fmla="*/ 2850832 w 12191996"/>
              <a:gd name="csY206" fmla="*/ 6240798 h 6857998"/>
              <a:gd name="csX207" fmla="*/ 2842260 w 12191996"/>
              <a:gd name="csY207" fmla="*/ 6240798 h 6857998"/>
              <a:gd name="csX208" fmla="*/ 2842260 w 12191996"/>
              <a:gd name="csY208" fmla="*/ 6264116 h 6857998"/>
              <a:gd name="csX209" fmla="*/ 2860040 w 12191996"/>
              <a:gd name="csY209" fmla="*/ 6264116 h 6857998"/>
              <a:gd name="csX210" fmla="*/ 2860040 w 12191996"/>
              <a:gd name="csY210" fmla="*/ 6323399 h 6857998"/>
              <a:gd name="csX211" fmla="*/ 2892107 w 12191996"/>
              <a:gd name="csY211" fmla="*/ 6352355 h 6857998"/>
              <a:gd name="csX212" fmla="*/ 2892266 w 12191996"/>
              <a:gd name="csY212" fmla="*/ 6352203 h 6857998"/>
              <a:gd name="csX213" fmla="*/ 2911157 w 12191996"/>
              <a:gd name="csY213" fmla="*/ 6349612 h 6857998"/>
              <a:gd name="csX214" fmla="*/ 2911157 w 12191996"/>
              <a:gd name="csY214" fmla="*/ 6323094 h 6857998"/>
              <a:gd name="csX215" fmla="*/ 2901633 w 12191996"/>
              <a:gd name="csY215" fmla="*/ 6324161 h 6857998"/>
              <a:gd name="csX216" fmla="*/ 2890361 w 12191996"/>
              <a:gd name="csY216" fmla="*/ 6312274 h 6857998"/>
              <a:gd name="csX217" fmla="*/ 2890361 w 12191996"/>
              <a:gd name="csY217" fmla="*/ 6263963 h 6857998"/>
              <a:gd name="csX218" fmla="*/ 2910999 w 12191996"/>
              <a:gd name="csY218" fmla="*/ 6263963 h 6857998"/>
              <a:gd name="csX219" fmla="*/ 2910999 w 12191996"/>
              <a:gd name="csY219" fmla="*/ 6238970 h 6857998"/>
              <a:gd name="csX220" fmla="*/ 2890361 w 12191996"/>
              <a:gd name="csY220" fmla="*/ 6238970 h 6857998"/>
              <a:gd name="csX221" fmla="*/ 2890361 w 12191996"/>
              <a:gd name="csY221" fmla="*/ 6212452 h 6857998"/>
              <a:gd name="csX222" fmla="*/ 1928493 w 12191996"/>
              <a:gd name="csY222" fmla="*/ 6212452 h 6857998"/>
              <a:gd name="csX223" fmla="*/ 1928493 w 12191996"/>
              <a:gd name="csY223" fmla="*/ 6229978 h 6857998"/>
              <a:gd name="csX224" fmla="*/ 1917222 w 12191996"/>
              <a:gd name="csY224" fmla="*/ 6240798 h 6857998"/>
              <a:gd name="csX225" fmla="*/ 1908649 w 12191996"/>
              <a:gd name="csY225" fmla="*/ 6240798 h 6857998"/>
              <a:gd name="csX226" fmla="*/ 1908649 w 12191996"/>
              <a:gd name="csY226" fmla="*/ 6264116 h 6857998"/>
              <a:gd name="csX227" fmla="*/ 1926429 w 12191996"/>
              <a:gd name="csY227" fmla="*/ 6264116 h 6857998"/>
              <a:gd name="csX228" fmla="*/ 1926429 w 12191996"/>
              <a:gd name="csY228" fmla="*/ 6323399 h 6857998"/>
              <a:gd name="csX229" fmla="*/ 1958496 w 12191996"/>
              <a:gd name="csY229" fmla="*/ 6352355 h 6857998"/>
              <a:gd name="csX230" fmla="*/ 1958496 w 12191996"/>
              <a:gd name="csY230" fmla="*/ 6352203 h 6857998"/>
              <a:gd name="csX231" fmla="*/ 1977388 w 12191996"/>
              <a:gd name="csY231" fmla="*/ 6349612 h 6857998"/>
              <a:gd name="csX232" fmla="*/ 1977388 w 12191996"/>
              <a:gd name="csY232" fmla="*/ 6323094 h 6857998"/>
              <a:gd name="csX233" fmla="*/ 1968021 w 12191996"/>
              <a:gd name="csY233" fmla="*/ 6324161 h 6857998"/>
              <a:gd name="csX234" fmla="*/ 1956750 w 12191996"/>
              <a:gd name="csY234" fmla="*/ 6312274 h 6857998"/>
              <a:gd name="csX235" fmla="*/ 1956750 w 12191996"/>
              <a:gd name="csY235" fmla="*/ 6263963 h 6857998"/>
              <a:gd name="csX236" fmla="*/ 1977388 w 12191996"/>
              <a:gd name="csY236" fmla="*/ 6263963 h 6857998"/>
              <a:gd name="csX237" fmla="*/ 1977388 w 12191996"/>
              <a:gd name="csY237" fmla="*/ 6238970 h 6857998"/>
              <a:gd name="csX238" fmla="*/ 1956750 w 12191996"/>
              <a:gd name="csY238" fmla="*/ 6238970 h 6857998"/>
              <a:gd name="csX239" fmla="*/ 1956750 w 12191996"/>
              <a:gd name="csY239" fmla="*/ 6212452 h 6857998"/>
              <a:gd name="csX240" fmla="*/ 1474309 w 12191996"/>
              <a:gd name="csY240" fmla="*/ 6212452 h 6857998"/>
              <a:gd name="csX241" fmla="*/ 1474309 w 12191996"/>
              <a:gd name="csY241" fmla="*/ 6229978 h 6857998"/>
              <a:gd name="csX242" fmla="*/ 1463037 w 12191996"/>
              <a:gd name="csY242" fmla="*/ 6240798 h 6857998"/>
              <a:gd name="csX243" fmla="*/ 1454465 w 12191996"/>
              <a:gd name="csY243" fmla="*/ 6240798 h 6857998"/>
              <a:gd name="csX244" fmla="*/ 1454465 w 12191996"/>
              <a:gd name="csY244" fmla="*/ 6264116 h 6857998"/>
              <a:gd name="csX245" fmla="*/ 1472245 w 12191996"/>
              <a:gd name="csY245" fmla="*/ 6264116 h 6857998"/>
              <a:gd name="csX246" fmla="*/ 1472245 w 12191996"/>
              <a:gd name="csY246" fmla="*/ 6323399 h 6857998"/>
              <a:gd name="csX247" fmla="*/ 1504312 w 12191996"/>
              <a:gd name="csY247" fmla="*/ 6352355 h 6857998"/>
              <a:gd name="csX248" fmla="*/ 1504312 w 12191996"/>
              <a:gd name="csY248" fmla="*/ 6352203 h 6857998"/>
              <a:gd name="csX249" fmla="*/ 1523204 w 12191996"/>
              <a:gd name="csY249" fmla="*/ 6349612 h 6857998"/>
              <a:gd name="csX250" fmla="*/ 1523204 w 12191996"/>
              <a:gd name="csY250" fmla="*/ 6323094 h 6857998"/>
              <a:gd name="csX251" fmla="*/ 1513837 w 12191996"/>
              <a:gd name="csY251" fmla="*/ 6324161 h 6857998"/>
              <a:gd name="csX252" fmla="*/ 1502566 w 12191996"/>
              <a:gd name="csY252" fmla="*/ 6312274 h 6857998"/>
              <a:gd name="csX253" fmla="*/ 1502566 w 12191996"/>
              <a:gd name="csY253" fmla="*/ 6263963 h 6857998"/>
              <a:gd name="csX254" fmla="*/ 1523204 w 12191996"/>
              <a:gd name="csY254" fmla="*/ 6263963 h 6857998"/>
              <a:gd name="csX255" fmla="*/ 1523204 w 12191996"/>
              <a:gd name="csY255" fmla="*/ 6238970 h 6857998"/>
              <a:gd name="csX256" fmla="*/ 1502566 w 12191996"/>
              <a:gd name="csY256" fmla="*/ 6238970 h 6857998"/>
              <a:gd name="csX257" fmla="*/ 1502566 w 12191996"/>
              <a:gd name="csY257" fmla="*/ 6212452 h 6857998"/>
              <a:gd name="csX258" fmla="*/ 2042158 w 12191996"/>
              <a:gd name="csY258" fmla="*/ 6198126 h 6857998"/>
              <a:gd name="csX259" fmla="*/ 2042158 w 12191996"/>
              <a:gd name="csY259" fmla="*/ 6295662 h 6857998"/>
              <a:gd name="csX260" fmla="*/ 2105024 w 12191996"/>
              <a:gd name="csY260" fmla="*/ 6353422 h 6857998"/>
              <a:gd name="csX261" fmla="*/ 2167888 w 12191996"/>
              <a:gd name="csY261" fmla="*/ 6295662 h 6857998"/>
              <a:gd name="csX262" fmla="*/ 2167888 w 12191996"/>
              <a:gd name="csY262" fmla="*/ 6198126 h 6857998"/>
              <a:gd name="csX263" fmla="*/ 2135979 w 12191996"/>
              <a:gd name="csY263" fmla="*/ 6198126 h 6857998"/>
              <a:gd name="csX264" fmla="*/ 2135979 w 12191996"/>
              <a:gd name="csY264" fmla="*/ 6292766 h 6857998"/>
              <a:gd name="csX265" fmla="*/ 2105024 w 12191996"/>
              <a:gd name="csY265" fmla="*/ 6323856 h 6857998"/>
              <a:gd name="csX266" fmla="*/ 2074067 w 12191996"/>
              <a:gd name="csY266" fmla="*/ 6292766 h 6857998"/>
              <a:gd name="csX267" fmla="*/ 2074067 w 12191996"/>
              <a:gd name="csY267" fmla="*/ 6198126 h 6857998"/>
              <a:gd name="csX268" fmla="*/ 1791014 w 12191996"/>
              <a:gd name="csY268" fmla="*/ 6198126 h 6857998"/>
              <a:gd name="csX269" fmla="*/ 1791014 w 12191996"/>
              <a:gd name="csY269" fmla="*/ 6350221 h 6857998"/>
              <a:gd name="csX270" fmla="*/ 1821335 w 12191996"/>
              <a:gd name="csY270" fmla="*/ 6350221 h 6857998"/>
              <a:gd name="csX271" fmla="*/ 1821335 w 12191996"/>
              <a:gd name="csY271" fmla="*/ 6287280 h 6857998"/>
              <a:gd name="csX272" fmla="*/ 1845149 w 12191996"/>
              <a:gd name="csY272" fmla="*/ 6262744 h 6857998"/>
              <a:gd name="csX273" fmla="*/ 1866262 w 12191996"/>
              <a:gd name="csY273" fmla="*/ 6286213 h 6857998"/>
              <a:gd name="csX274" fmla="*/ 1866262 w 12191996"/>
              <a:gd name="csY274" fmla="*/ 6350221 h 6857998"/>
              <a:gd name="csX275" fmla="*/ 1896900 w 12191996"/>
              <a:gd name="csY275" fmla="*/ 6350221 h 6857998"/>
              <a:gd name="csX276" fmla="*/ 1896900 w 12191996"/>
              <a:gd name="csY276" fmla="*/ 6279965 h 6857998"/>
              <a:gd name="csX277" fmla="*/ 1854833 w 12191996"/>
              <a:gd name="csY277" fmla="*/ 6235921 h 6857998"/>
              <a:gd name="csX278" fmla="*/ 1821335 w 12191996"/>
              <a:gd name="csY278" fmla="*/ 6250399 h 6857998"/>
              <a:gd name="csX279" fmla="*/ 1821335 w 12191996"/>
              <a:gd name="csY279" fmla="*/ 6198126 h 6857998"/>
              <a:gd name="csX280" fmla="*/ 911539 w 12191996"/>
              <a:gd name="csY280" fmla="*/ 6198126 h 6857998"/>
              <a:gd name="csX281" fmla="*/ 911539 w 12191996"/>
              <a:gd name="csY281" fmla="*/ 6350221 h 6857998"/>
              <a:gd name="csX282" fmla="*/ 940908 w 12191996"/>
              <a:gd name="csY282" fmla="*/ 6350221 h 6857998"/>
              <a:gd name="csX283" fmla="*/ 940908 w 12191996"/>
              <a:gd name="csY283" fmla="*/ 6268687 h 6857998"/>
              <a:gd name="csX284" fmla="*/ 940908 w 12191996"/>
              <a:gd name="csY284" fmla="*/ 6239731 h 6857998"/>
              <a:gd name="csX285" fmla="*/ 952179 w 12191996"/>
              <a:gd name="csY285" fmla="*/ 6268992 h 6857998"/>
              <a:gd name="csX286" fmla="*/ 970753 w 12191996"/>
              <a:gd name="csY286" fmla="*/ 6314407 h 6857998"/>
              <a:gd name="csX287" fmla="*/ 984723 w 12191996"/>
              <a:gd name="csY287" fmla="*/ 6350221 h 6857998"/>
              <a:gd name="csX288" fmla="*/ 1011075 w 12191996"/>
              <a:gd name="csY288" fmla="*/ 6350221 h 6857998"/>
              <a:gd name="csX289" fmla="*/ 1025045 w 12191996"/>
              <a:gd name="csY289" fmla="*/ 6314407 h 6857998"/>
              <a:gd name="csX290" fmla="*/ 1043619 w 12191996"/>
              <a:gd name="csY290" fmla="*/ 6268992 h 6857998"/>
              <a:gd name="csX291" fmla="*/ 1054890 w 12191996"/>
              <a:gd name="csY291" fmla="*/ 6239731 h 6857998"/>
              <a:gd name="csX292" fmla="*/ 1054890 w 12191996"/>
              <a:gd name="csY292" fmla="*/ 6268687 h 6857998"/>
              <a:gd name="csX293" fmla="*/ 1054890 w 12191996"/>
              <a:gd name="csY293" fmla="*/ 6350221 h 6857998"/>
              <a:gd name="csX294" fmla="*/ 1084259 w 12191996"/>
              <a:gd name="csY294" fmla="*/ 6350221 h 6857998"/>
              <a:gd name="csX295" fmla="*/ 1084259 w 12191996"/>
              <a:gd name="csY295" fmla="*/ 6198126 h 6857998"/>
              <a:gd name="csX296" fmla="*/ 1042666 w 12191996"/>
              <a:gd name="csY296" fmla="*/ 6198126 h 6857998"/>
              <a:gd name="csX297" fmla="*/ 1010758 w 12191996"/>
              <a:gd name="csY297" fmla="*/ 6279660 h 6857998"/>
              <a:gd name="csX298" fmla="*/ 998058 w 12191996"/>
              <a:gd name="csY298" fmla="*/ 6314407 h 6857998"/>
              <a:gd name="csX299" fmla="*/ 997740 w 12191996"/>
              <a:gd name="csY299" fmla="*/ 6314407 h 6857998"/>
              <a:gd name="csX300" fmla="*/ 984723 w 12191996"/>
              <a:gd name="csY300" fmla="*/ 6279660 h 6857998"/>
              <a:gd name="csX301" fmla="*/ 952814 w 12191996"/>
              <a:gd name="csY301" fmla="*/ 6198126 h 6857998"/>
              <a:gd name="csX302" fmla="*/ 2811462 w 12191996"/>
              <a:gd name="csY302" fmla="*/ 6192640 h 6857998"/>
              <a:gd name="csX303" fmla="*/ 2793524 w 12191996"/>
              <a:gd name="csY303" fmla="*/ 6210166 h 6857998"/>
              <a:gd name="csX304" fmla="*/ 2811462 w 12191996"/>
              <a:gd name="csY304" fmla="*/ 6227692 h 6857998"/>
              <a:gd name="csX305" fmla="*/ 2829719 w 12191996"/>
              <a:gd name="csY305" fmla="*/ 6210166 h 6857998"/>
              <a:gd name="csX306" fmla="*/ 2811462 w 12191996"/>
              <a:gd name="csY306" fmla="*/ 6192640 h 6857998"/>
              <a:gd name="csX307" fmla="*/ 2322670 w 12191996"/>
              <a:gd name="csY307" fmla="*/ 6192640 h 6857998"/>
              <a:gd name="csX308" fmla="*/ 2304731 w 12191996"/>
              <a:gd name="csY308" fmla="*/ 6210166 h 6857998"/>
              <a:gd name="csX309" fmla="*/ 2322670 w 12191996"/>
              <a:gd name="csY309" fmla="*/ 6227692 h 6857998"/>
              <a:gd name="csX310" fmla="*/ 2340926 w 12191996"/>
              <a:gd name="csY310" fmla="*/ 6210166 h 6857998"/>
              <a:gd name="csX311" fmla="*/ 2322670 w 12191996"/>
              <a:gd name="csY311" fmla="*/ 6192640 h 6857998"/>
              <a:gd name="csX312" fmla="*/ 1630836 w 12191996"/>
              <a:gd name="csY312" fmla="*/ 6192640 h 6857998"/>
              <a:gd name="csX313" fmla="*/ 1612897 w 12191996"/>
              <a:gd name="csY313" fmla="*/ 6210166 h 6857998"/>
              <a:gd name="csX314" fmla="*/ 1630836 w 12191996"/>
              <a:gd name="csY314" fmla="*/ 6227692 h 6857998"/>
              <a:gd name="csX315" fmla="*/ 1649092 w 12191996"/>
              <a:gd name="csY315" fmla="*/ 6210166 h 6857998"/>
              <a:gd name="csX316" fmla="*/ 1630836 w 12191996"/>
              <a:gd name="csY316" fmla="*/ 6192640 h 6857998"/>
              <a:gd name="csX317" fmla="*/ 548482 w 12191996"/>
              <a:gd name="csY317" fmla="*/ 6160637 h 6857998"/>
              <a:gd name="csX318" fmla="*/ 565786 w 12191996"/>
              <a:gd name="csY318" fmla="*/ 6160637 h 6857998"/>
              <a:gd name="csX319" fmla="*/ 565786 w 12191996"/>
              <a:gd name="csY319" fmla="*/ 6204833 h 6857998"/>
              <a:gd name="csX320" fmla="*/ 579121 w 12191996"/>
              <a:gd name="csY320" fmla="*/ 6217939 h 6857998"/>
              <a:gd name="csX321" fmla="*/ 592297 w 12191996"/>
              <a:gd name="csY321" fmla="*/ 6204833 h 6857998"/>
              <a:gd name="csX322" fmla="*/ 592297 w 12191996"/>
              <a:gd name="csY322" fmla="*/ 6160637 h 6857998"/>
              <a:gd name="csX323" fmla="*/ 609759 w 12191996"/>
              <a:gd name="csY323" fmla="*/ 6160637 h 6857998"/>
              <a:gd name="csX324" fmla="*/ 609759 w 12191996"/>
              <a:gd name="csY324" fmla="*/ 6206357 h 6857998"/>
              <a:gd name="csX325" fmla="*/ 579121 w 12191996"/>
              <a:gd name="csY325" fmla="*/ 6234093 h 6857998"/>
              <a:gd name="csX326" fmla="*/ 548482 w 12191996"/>
              <a:gd name="csY326" fmla="*/ 6206357 h 6857998"/>
              <a:gd name="csX327" fmla="*/ 506413 w 12191996"/>
              <a:gd name="csY327" fmla="*/ 6086113 h 6857998"/>
              <a:gd name="csX328" fmla="*/ 506413 w 12191996"/>
              <a:gd name="csY328" fmla="*/ 6308465 h 6857998"/>
              <a:gd name="csX329" fmla="*/ 743903 w 12191996"/>
              <a:gd name="csY329" fmla="*/ 6197213 h 6857998"/>
              <a:gd name="csX330" fmla="*/ 0 w 12191996"/>
              <a:gd name="csY330" fmla="*/ 0 h 6857998"/>
              <a:gd name="csX331" fmla="*/ 12191996 w 12191996"/>
              <a:gd name="csY331" fmla="*/ 0 h 6857998"/>
              <a:gd name="csX332" fmla="*/ 12191996 w 12191996"/>
              <a:gd name="csY332" fmla="*/ 6857998 h 6857998"/>
              <a:gd name="csX333" fmla="*/ 0 w 12191996"/>
              <a:gd name="csY333" fmla="*/ 6857998 h 68579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</a:cxnLst>
            <a:rect l="l" t="t" r="r" b="b"/>
            <a:pathLst>
              <a:path w="12191996" h="6857998">
                <a:moveTo>
                  <a:pt x="684531" y="6310598"/>
                </a:moveTo>
                <a:lnTo>
                  <a:pt x="707073" y="6310598"/>
                </a:lnTo>
                <a:lnTo>
                  <a:pt x="720408" y="6346717"/>
                </a:lnTo>
                <a:lnTo>
                  <a:pt x="726441" y="6363481"/>
                </a:lnTo>
                <a:lnTo>
                  <a:pt x="732473" y="6346717"/>
                </a:lnTo>
                <a:lnTo>
                  <a:pt x="745808" y="6310598"/>
                </a:lnTo>
                <a:lnTo>
                  <a:pt x="768509" y="6310598"/>
                </a:lnTo>
                <a:lnTo>
                  <a:pt x="768509" y="6382836"/>
                </a:lnTo>
                <a:lnTo>
                  <a:pt x="752317" y="6382836"/>
                </a:lnTo>
                <a:lnTo>
                  <a:pt x="752317" y="6333611"/>
                </a:lnTo>
                <a:lnTo>
                  <a:pt x="746919" y="6347936"/>
                </a:lnTo>
                <a:lnTo>
                  <a:pt x="739934" y="6365919"/>
                </a:lnTo>
                <a:lnTo>
                  <a:pt x="733584" y="6382988"/>
                </a:lnTo>
                <a:lnTo>
                  <a:pt x="719456" y="6382988"/>
                </a:lnTo>
                <a:lnTo>
                  <a:pt x="713106" y="6365919"/>
                </a:lnTo>
                <a:lnTo>
                  <a:pt x="706121" y="6347936"/>
                </a:lnTo>
                <a:lnTo>
                  <a:pt x="700723" y="6333611"/>
                </a:lnTo>
                <a:lnTo>
                  <a:pt x="700723" y="6382836"/>
                </a:lnTo>
                <a:lnTo>
                  <a:pt x="684689" y="6382836"/>
                </a:lnTo>
                <a:lnTo>
                  <a:pt x="684531" y="6382836"/>
                </a:lnTo>
                <a:close/>
                <a:moveTo>
                  <a:pt x="1293016" y="6296425"/>
                </a:moveTo>
                <a:lnTo>
                  <a:pt x="1293016" y="6310445"/>
                </a:lnTo>
                <a:cubicBezTo>
                  <a:pt x="1293016" y="6321875"/>
                  <a:pt x="1282537" y="6330562"/>
                  <a:pt x="1267616" y="6330562"/>
                </a:cubicBezTo>
                <a:cubicBezTo>
                  <a:pt x="1256820" y="6330562"/>
                  <a:pt x="1249359" y="6326143"/>
                  <a:pt x="1249359" y="6317456"/>
                </a:cubicBezTo>
                <a:cubicBezTo>
                  <a:pt x="1249359" y="6310293"/>
                  <a:pt x="1253805" y="6306026"/>
                  <a:pt x="1264123" y="6304045"/>
                </a:cubicBezTo>
                <a:lnTo>
                  <a:pt x="1279681" y="6300997"/>
                </a:lnTo>
                <a:cubicBezTo>
                  <a:pt x="1286666" y="6299625"/>
                  <a:pt x="1291269" y="6298406"/>
                  <a:pt x="1293016" y="6296425"/>
                </a:cubicBezTo>
                <a:close/>
                <a:moveTo>
                  <a:pt x="1170936" y="6296425"/>
                </a:moveTo>
                <a:lnTo>
                  <a:pt x="1170936" y="6310445"/>
                </a:lnTo>
                <a:cubicBezTo>
                  <a:pt x="1170936" y="6321875"/>
                  <a:pt x="1160458" y="6330562"/>
                  <a:pt x="1145536" y="6330562"/>
                </a:cubicBezTo>
                <a:cubicBezTo>
                  <a:pt x="1134741" y="6330562"/>
                  <a:pt x="1127280" y="6326143"/>
                  <a:pt x="1127280" y="6317456"/>
                </a:cubicBezTo>
                <a:cubicBezTo>
                  <a:pt x="1127280" y="6310293"/>
                  <a:pt x="1131725" y="6306026"/>
                  <a:pt x="1142043" y="6304045"/>
                </a:cubicBezTo>
                <a:lnTo>
                  <a:pt x="1157601" y="6300997"/>
                </a:lnTo>
                <a:cubicBezTo>
                  <a:pt x="1164586" y="6299625"/>
                  <a:pt x="1169190" y="6298406"/>
                  <a:pt x="1170936" y="6296425"/>
                </a:cubicBezTo>
                <a:close/>
                <a:moveTo>
                  <a:pt x="2531109" y="6258324"/>
                </a:moveTo>
                <a:cubicBezTo>
                  <a:pt x="2547619" y="6258324"/>
                  <a:pt x="2558097" y="6268078"/>
                  <a:pt x="2558573" y="6283165"/>
                </a:cubicBezTo>
                <a:lnTo>
                  <a:pt x="2503328" y="6283165"/>
                </a:lnTo>
                <a:cubicBezTo>
                  <a:pt x="2504439" y="6267316"/>
                  <a:pt x="2514599" y="6258324"/>
                  <a:pt x="2531109" y="6258324"/>
                </a:cubicBezTo>
                <a:close/>
                <a:moveTo>
                  <a:pt x="2921000" y="6239122"/>
                </a:moveTo>
                <a:lnTo>
                  <a:pt x="2968149" y="6338792"/>
                </a:lnTo>
                <a:lnTo>
                  <a:pt x="2945289" y="6385883"/>
                </a:lnTo>
                <a:lnTo>
                  <a:pt x="2979420" y="6385883"/>
                </a:lnTo>
                <a:lnTo>
                  <a:pt x="3046411" y="6239122"/>
                </a:lnTo>
                <a:lnTo>
                  <a:pt x="3012757" y="6239122"/>
                </a:lnTo>
                <a:lnTo>
                  <a:pt x="2992914" y="6285756"/>
                </a:lnTo>
                <a:lnTo>
                  <a:pt x="2984182" y="6306940"/>
                </a:lnTo>
                <a:lnTo>
                  <a:pt x="2975134" y="6285604"/>
                </a:lnTo>
                <a:lnTo>
                  <a:pt x="2954972" y="6239122"/>
                </a:lnTo>
                <a:close/>
                <a:moveTo>
                  <a:pt x="2796380" y="6239122"/>
                </a:moveTo>
                <a:lnTo>
                  <a:pt x="2796380" y="6350222"/>
                </a:lnTo>
                <a:lnTo>
                  <a:pt x="2826702" y="6350222"/>
                </a:lnTo>
                <a:lnTo>
                  <a:pt x="2826702" y="6239122"/>
                </a:lnTo>
                <a:close/>
                <a:moveTo>
                  <a:pt x="2349499" y="6239122"/>
                </a:moveTo>
                <a:lnTo>
                  <a:pt x="2396013" y="6350222"/>
                </a:lnTo>
                <a:lnTo>
                  <a:pt x="2426810" y="6350222"/>
                </a:lnTo>
                <a:lnTo>
                  <a:pt x="2473324" y="6239122"/>
                </a:lnTo>
                <a:lnTo>
                  <a:pt x="2439352" y="6239122"/>
                </a:lnTo>
                <a:lnTo>
                  <a:pt x="2421572" y="6289262"/>
                </a:lnTo>
                <a:lnTo>
                  <a:pt x="2411570" y="6317608"/>
                </a:lnTo>
                <a:lnTo>
                  <a:pt x="2401252" y="6289262"/>
                </a:lnTo>
                <a:lnTo>
                  <a:pt x="2383471" y="6239122"/>
                </a:lnTo>
                <a:close/>
                <a:moveTo>
                  <a:pt x="2307589" y="6239122"/>
                </a:moveTo>
                <a:lnTo>
                  <a:pt x="2307589" y="6350222"/>
                </a:lnTo>
                <a:lnTo>
                  <a:pt x="2337910" y="6350222"/>
                </a:lnTo>
                <a:lnTo>
                  <a:pt x="2337910" y="6239122"/>
                </a:lnTo>
                <a:close/>
                <a:moveTo>
                  <a:pt x="1615755" y="6239122"/>
                </a:moveTo>
                <a:lnTo>
                  <a:pt x="1615755" y="6350222"/>
                </a:lnTo>
                <a:lnTo>
                  <a:pt x="1646076" y="6350222"/>
                </a:lnTo>
                <a:lnTo>
                  <a:pt x="1646076" y="6239122"/>
                </a:lnTo>
                <a:close/>
                <a:moveTo>
                  <a:pt x="795656" y="6238361"/>
                </a:moveTo>
                <a:lnTo>
                  <a:pt x="558166" y="6349460"/>
                </a:lnTo>
                <a:lnTo>
                  <a:pt x="795656" y="6460560"/>
                </a:lnTo>
                <a:close/>
                <a:moveTo>
                  <a:pt x="2665729" y="6236836"/>
                </a:moveTo>
                <a:cubicBezTo>
                  <a:pt x="2651441" y="6236836"/>
                  <a:pt x="2640329" y="6243542"/>
                  <a:pt x="2635566" y="6255886"/>
                </a:cubicBezTo>
                <a:lnTo>
                  <a:pt x="2635566" y="6239122"/>
                </a:lnTo>
                <a:lnTo>
                  <a:pt x="2606515" y="6239122"/>
                </a:lnTo>
                <a:lnTo>
                  <a:pt x="2606515" y="6350222"/>
                </a:lnTo>
                <a:lnTo>
                  <a:pt x="2606674" y="6350069"/>
                </a:lnTo>
                <a:lnTo>
                  <a:pt x="2636995" y="6350069"/>
                </a:lnTo>
                <a:lnTo>
                  <a:pt x="2636995" y="6294900"/>
                </a:lnTo>
                <a:cubicBezTo>
                  <a:pt x="2636995" y="6276765"/>
                  <a:pt x="2647314" y="6266249"/>
                  <a:pt x="2666364" y="6266249"/>
                </a:cubicBezTo>
                <a:lnTo>
                  <a:pt x="2670809" y="6266249"/>
                </a:lnTo>
                <a:lnTo>
                  <a:pt x="2670809" y="6236836"/>
                </a:lnTo>
                <a:close/>
                <a:moveTo>
                  <a:pt x="1597181" y="6236836"/>
                </a:moveTo>
                <a:cubicBezTo>
                  <a:pt x="1583052" y="6236836"/>
                  <a:pt x="1571781" y="6243542"/>
                  <a:pt x="1567018" y="6255886"/>
                </a:cubicBezTo>
                <a:lnTo>
                  <a:pt x="1567018" y="6239122"/>
                </a:lnTo>
                <a:lnTo>
                  <a:pt x="1537967" y="6239122"/>
                </a:lnTo>
                <a:lnTo>
                  <a:pt x="1537967" y="6350222"/>
                </a:lnTo>
                <a:lnTo>
                  <a:pt x="1538284" y="6350069"/>
                </a:lnTo>
                <a:lnTo>
                  <a:pt x="1568606" y="6350069"/>
                </a:lnTo>
                <a:lnTo>
                  <a:pt x="1568606" y="6294900"/>
                </a:lnTo>
                <a:cubicBezTo>
                  <a:pt x="1568606" y="6276765"/>
                  <a:pt x="1578924" y="6266249"/>
                  <a:pt x="1597974" y="6266249"/>
                </a:cubicBezTo>
                <a:lnTo>
                  <a:pt x="1602419" y="6266249"/>
                </a:lnTo>
                <a:lnTo>
                  <a:pt x="1602419" y="6236836"/>
                </a:lnTo>
                <a:close/>
                <a:moveTo>
                  <a:pt x="1717354" y="6235922"/>
                </a:moveTo>
                <a:cubicBezTo>
                  <a:pt x="1680207" y="6235922"/>
                  <a:pt x="1656553" y="6260306"/>
                  <a:pt x="1656553" y="6294596"/>
                </a:cubicBezTo>
                <a:cubicBezTo>
                  <a:pt x="1656553" y="6328886"/>
                  <a:pt x="1680524" y="6353422"/>
                  <a:pt x="1716243" y="6353422"/>
                </a:cubicBezTo>
                <a:cubicBezTo>
                  <a:pt x="1752438" y="6353422"/>
                  <a:pt x="1771012" y="6331172"/>
                  <a:pt x="1773552" y="6306331"/>
                </a:cubicBezTo>
                <a:lnTo>
                  <a:pt x="1742754" y="6306331"/>
                </a:lnTo>
                <a:cubicBezTo>
                  <a:pt x="1739738" y="6320961"/>
                  <a:pt x="1729578" y="6327057"/>
                  <a:pt x="1716402" y="6327057"/>
                </a:cubicBezTo>
                <a:cubicBezTo>
                  <a:pt x="1698939" y="6327057"/>
                  <a:pt x="1687192" y="6315170"/>
                  <a:pt x="1687192" y="6294444"/>
                </a:cubicBezTo>
                <a:cubicBezTo>
                  <a:pt x="1687192" y="6273717"/>
                  <a:pt x="1698622" y="6262135"/>
                  <a:pt x="1716402" y="6262135"/>
                </a:cubicBezTo>
                <a:cubicBezTo>
                  <a:pt x="1730213" y="6262135"/>
                  <a:pt x="1740691" y="6269755"/>
                  <a:pt x="1742754" y="6283318"/>
                </a:cubicBezTo>
                <a:lnTo>
                  <a:pt x="1773552" y="6283318"/>
                </a:lnTo>
                <a:cubicBezTo>
                  <a:pt x="1772441" y="6258325"/>
                  <a:pt x="1751962" y="6235922"/>
                  <a:pt x="1717354" y="6235922"/>
                </a:cubicBezTo>
                <a:close/>
                <a:moveTo>
                  <a:pt x="2731293" y="6235769"/>
                </a:moveTo>
                <a:cubicBezTo>
                  <a:pt x="2700972" y="6235769"/>
                  <a:pt x="2680969" y="6250247"/>
                  <a:pt x="2680969" y="6272040"/>
                </a:cubicBezTo>
                <a:cubicBezTo>
                  <a:pt x="2680969" y="6289261"/>
                  <a:pt x="2691923" y="6300082"/>
                  <a:pt x="2712878" y="6303282"/>
                </a:cubicBezTo>
                <a:lnTo>
                  <a:pt x="2739548" y="6307397"/>
                </a:lnTo>
                <a:cubicBezTo>
                  <a:pt x="2749073" y="6308921"/>
                  <a:pt x="2752406" y="6311969"/>
                  <a:pt x="2752406" y="6318217"/>
                </a:cubicBezTo>
                <a:cubicBezTo>
                  <a:pt x="2752406" y="6326142"/>
                  <a:pt x="2744946" y="6331171"/>
                  <a:pt x="2732881" y="6331171"/>
                </a:cubicBezTo>
                <a:cubicBezTo>
                  <a:pt x="2718910" y="6331171"/>
                  <a:pt x="2709544" y="6324466"/>
                  <a:pt x="2708592" y="6314103"/>
                </a:cubicBezTo>
                <a:lnTo>
                  <a:pt x="2677794" y="6314103"/>
                </a:lnTo>
                <a:cubicBezTo>
                  <a:pt x="2678270" y="6337725"/>
                  <a:pt x="2700336" y="6353422"/>
                  <a:pt x="2731769" y="6353422"/>
                </a:cubicBezTo>
                <a:cubicBezTo>
                  <a:pt x="2763043" y="6353422"/>
                  <a:pt x="2783204" y="6338487"/>
                  <a:pt x="2783204" y="6315627"/>
                </a:cubicBezTo>
                <a:cubicBezTo>
                  <a:pt x="2783204" y="6298253"/>
                  <a:pt x="2772726" y="6287128"/>
                  <a:pt x="2752725" y="6284080"/>
                </a:cubicBezTo>
                <a:lnTo>
                  <a:pt x="2725101" y="6279965"/>
                </a:lnTo>
                <a:cubicBezTo>
                  <a:pt x="2715735" y="6278441"/>
                  <a:pt x="2711766" y="6275393"/>
                  <a:pt x="2711766" y="6269602"/>
                </a:cubicBezTo>
                <a:cubicBezTo>
                  <a:pt x="2711766" y="6262287"/>
                  <a:pt x="2718752" y="6257257"/>
                  <a:pt x="2730182" y="6257257"/>
                </a:cubicBezTo>
                <a:cubicBezTo>
                  <a:pt x="2742723" y="6257257"/>
                  <a:pt x="2750978" y="6263049"/>
                  <a:pt x="2751930" y="6273259"/>
                </a:cubicBezTo>
                <a:lnTo>
                  <a:pt x="2782729" y="6273259"/>
                </a:lnTo>
                <a:cubicBezTo>
                  <a:pt x="2782093" y="6250704"/>
                  <a:pt x="2761614" y="6235769"/>
                  <a:pt x="2731293" y="6235769"/>
                </a:cubicBezTo>
                <a:close/>
                <a:moveTo>
                  <a:pt x="2530792" y="6235769"/>
                </a:moveTo>
                <a:cubicBezTo>
                  <a:pt x="2496026" y="6235769"/>
                  <a:pt x="2472213" y="6258477"/>
                  <a:pt x="2472213" y="6294291"/>
                </a:cubicBezTo>
                <a:cubicBezTo>
                  <a:pt x="2472213" y="6321152"/>
                  <a:pt x="2485340" y="6340983"/>
                  <a:pt x="2507173" y="6349219"/>
                </a:cubicBezTo>
                <a:lnTo>
                  <a:pt x="2531647" y="6353406"/>
                </a:lnTo>
                <a:lnTo>
                  <a:pt x="2531585" y="6353422"/>
                </a:lnTo>
                <a:lnTo>
                  <a:pt x="2531744" y="6353422"/>
                </a:lnTo>
                <a:lnTo>
                  <a:pt x="2531647" y="6353406"/>
                </a:lnTo>
                <a:lnTo>
                  <a:pt x="2568376" y="6343554"/>
                </a:lnTo>
                <a:cubicBezTo>
                  <a:pt x="2577941" y="6337153"/>
                  <a:pt x="2584608" y="6327819"/>
                  <a:pt x="2587783" y="6316084"/>
                </a:cubicBezTo>
                <a:lnTo>
                  <a:pt x="2556827" y="6316084"/>
                </a:lnTo>
                <a:cubicBezTo>
                  <a:pt x="2553810" y="6324618"/>
                  <a:pt x="2545238" y="6330257"/>
                  <a:pt x="2532379" y="6330257"/>
                </a:cubicBezTo>
                <a:cubicBezTo>
                  <a:pt x="2514917" y="6330257"/>
                  <a:pt x="2503804" y="6319894"/>
                  <a:pt x="2503169" y="6304197"/>
                </a:cubicBezTo>
                <a:lnTo>
                  <a:pt x="2588259" y="6304197"/>
                </a:lnTo>
                <a:cubicBezTo>
                  <a:pt x="2588894" y="6300539"/>
                  <a:pt x="2589371" y="6295510"/>
                  <a:pt x="2589371" y="6290328"/>
                </a:cubicBezTo>
                <a:lnTo>
                  <a:pt x="2589371" y="6289871"/>
                </a:lnTo>
                <a:cubicBezTo>
                  <a:pt x="2589371" y="6257562"/>
                  <a:pt x="2565558" y="6235769"/>
                  <a:pt x="2530792" y="6235769"/>
                </a:cubicBezTo>
                <a:close/>
                <a:moveTo>
                  <a:pt x="2249169" y="6235769"/>
                </a:moveTo>
                <a:cubicBezTo>
                  <a:pt x="2234247" y="6235769"/>
                  <a:pt x="2220911" y="6241713"/>
                  <a:pt x="2214402" y="6251771"/>
                </a:cubicBezTo>
                <a:lnTo>
                  <a:pt x="2214402" y="6239122"/>
                </a:lnTo>
                <a:lnTo>
                  <a:pt x="2185352" y="6239122"/>
                </a:lnTo>
                <a:lnTo>
                  <a:pt x="2185352" y="6350069"/>
                </a:lnTo>
                <a:lnTo>
                  <a:pt x="2215673" y="6350069"/>
                </a:lnTo>
                <a:lnTo>
                  <a:pt x="2215673" y="6287280"/>
                </a:lnTo>
                <a:cubicBezTo>
                  <a:pt x="2215673" y="6272497"/>
                  <a:pt x="2224563" y="6262744"/>
                  <a:pt x="2239327" y="6262744"/>
                </a:cubicBezTo>
                <a:cubicBezTo>
                  <a:pt x="2253138" y="6262744"/>
                  <a:pt x="2260599" y="6271126"/>
                  <a:pt x="2260599" y="6286061"/>
                </a:cubicBezTo>
                <a:lnTo>
                  <a:pt x="2260599" y="6350069"/>
                </a:lnTo>
                <a:lnTo>
                  <a:pt x="2291237" y="6350069"/>
                </a:lnTo>
                <a:lnTo>
                  <a:pt x="2291237" y="6279813"/>
                </a:lnTo>
                <a:cubicBezTo>
                  <a:pt x="2291237" y="6248875"/>
                  <a:pt x="2273140" y="6235769"/>
                  <a:pt x="2249169" y="6235769"/>
                </a:cubicBezTo>
                <a:close/>
                <a:moveTo>
                  <a:pt x="1396680" y="6235769"/>
                </a:moveTo>
                <a:cubicBezTo>
                  <a:pt x="1366358" y="6235769"/>
                  <a:pt x="1346356" y="6250247"/>
                  <a:pt x="1346356" y="6272040"/>
                </a:cubicBezTo>
                <a:cubicBezTo>
                  <a:pt x="1346356" y="6289261"/>
                  <a:pt x="1357310" y="6300082"/>
                  <a:pt x="1378265" y="6303282"/>
                </a:cubicBezTo>
                <a:lnTo>
                  <a:pt x="1404935" y="6307397"/>
                </a:lnTo>
                <a:cubicBezTo>
                  <a:pt x="1414460" y="6308921"/>
                  <a:pt x="1417794" y="6311969"/>
                  <a:pt x="1417794" y="6318217"/>
                </a:cubicBezTo>
                <a:cubicBezTo>
                  <a:pt x="1417794" y="6326142"/>
                  <a:pt x="1410332" y="6331171"/>
                  <a:pt x="1398267" y="6331171"/>
                </a:cubicBezTo>
                <a:cubicBezTo>
                  <a:pt x="1384297" y="6331171"/>
                  <a:pt x="1374931" y="6324466"/>
                  <a:pt x="1373979" y="6314103"/>
                </a:cubicBezTo>
                <a:lnTo>
                  <a:pt x="1343181" y="6314103"/>
                </a:lnTo>
                <a:cubicBezTo>
                  <a:pt x="1343657" y="6337725"/>
                  <a:pt x="1365724" y="6353422"/>
                  <a:pt x="1397156" y="6353422"/>
                </a:cubicBezTo>
                <a:cubicBezTo>
                  <a:pt x="1428430" y="6353422"/>
                  <a:pt x="1448591" y="6338487"/>
                  <a:pt x="1448591" y="6315627"/>
                </a:cubicBezTo>
                <a:cubicBezTo>
                  <a:pt x="1448591" y="6298253"/>
                  <a:pt x="1437955" y="6287128"/>
                  <a:pt x="1417952" y="6284080"/>
                </a:cubicBezTo>
                <a:lnTo>
                  <a:pt x="1390330" y="6279965"/>
                </a:lnTo>
                <a:cubicBezTo>
                  <a:pt x="1381122" y="6278441"/>
                  <a:pt x="1377153" y="6275393"/>
                  <a:pt x="1377153" y="6269602"/>
                </a:cubicBezTo>
                <a:cubicBezTo>
                  <a:pt x="1377153" y="6262287"/>
                  <a:pt x="1384139" y="6257257"/>
                  <a:pt x="1395568" y="6257257"/>
                </a:cubicBezTo>
                <a:cubicBezTo>
                  <a:pt x="1408110" y="6257257"/>
                  <a:pt x="1416365" y="6263049"/>
                  <a:pt x="1417317" y="6273259"/>
                </a:cubicBezTo>
                <a:lnTo>
                  <a:pt x="1448115" y="6273259"/>
                </a:lnTo>
                <a:cubicBezTo>
                  <a:pt x="1447480" y="6250704"/>
                  <a:pt x="1427001" y="6235769"/>
                  <a:pt x="1396680" y="6235769"/>
                </a:cubicBezTo>
                <a:close/>
                <a:moveTo>
                  <a:pt x="1274760" y="6235617"/>
                </a:moveTo>
                <a:cubicBezTo>
                  <a:pt x="1245708" y="6235617"/>
                  <a:pt x="1223483" y="6250705"/>
                  <a:pt x="1221895" y="6273565"/>
                </a:cubicBezTo>
                <a:lnTo>
                  <a:pt x="1252692" y="6273565"/>
                </a:lnTo>
                <a:cubicBezTo>
                  <a:pt x="1253805" y="6263506"/>
                  <a:pt x="1263329" y="6258325"/>
                  <a:pt x="1274917" y="6258325"/>
                </a:cubicBezTo>
                <a:cubicBezTo>
                  <a:pt x="1286507" y="6258325"/>
                  <a:pt x="1292857" y="6263049"/>
                  <a:pt x="1292857" y="6270364"/>
                </a:cubicBezTo>
                <a:cubicBezTo>
                  <a:pt x="1292857" y="6276155"/>
                  <a:pt x="1289047" y="6278746"/>
                  <a:pt x="1281586" y="6280118"/>
                </a:cubicBezTo>
                <a:lnTo>
                  <a:pt x="1254439" y="6284690"/>
                </a:lnTo>
                <a:cubicBezTo>
                  <a:pt x="1233008" y="6288195"/>
                  <a:pt x="1218562" y="6298253"/>
                  <a:pt x="1218562" y="6319285"/>
                </a:cubicBezTo>
                <a:cubicBezTo>
                  <a:pt x="1218562" y="6340316"/>
                  <a:pt x="1235388" y="6353422"/>
                  <a:pt x="1259678" y="6353422"/>
                </a:cubicBezTo>
                <a:lnTo>
                  <a:pt x="1259836" y="6353270"/>
                </a:lnTo>
                <a:cubicBezTo>
                  <a:pt x="1276664" y="6353270"/>
                  <a:pt x="1287460" y="6347021"/>
                  <a:pt x="1295079" y="6340163"/>
                </a:cubicBezTo>
                <a:cubicBezTo>
                  <a:pt x="1299207" y="6348698"/>
                  <a:pt x="1306985" y="6352203"/>
                  <a:pt x="1317146" y="6352203"/>
                </a:cubicBezTo>
                <a:cubicBezTo>
                  <a:pt x="1324290" y="6352203"/>
                  <a:pt x="1330322" y="6350984"/>
                  <a:pt x="1335085" y="6349003"/>
                </a:cubicBezTo>
                <a:lnTo>
                  <a:pt x="1335085" y="6326295"/>
                </a:lnTo>
                <a:cubicBezTo>
                  <a:pt x="1333180" y="6326752"/>
                  <a:pt x="1331592" y="6326905"/>
                  <a:pt x="1329846" y="6326905"/>
                </a:cubicBezTo>
                <a:cubicBezTo>
                  <a:pt x="1326194" y="6326905"/>
                  <a:pt x="1323496" y="6325381"/>
                  <a:pt x="1323496" y="6320047"/>
                </a:cubicBezTo>
                <a:lnTo>
                  <a:pt x="1323496" y="6271888"/>
                </a:lnTo>
                <a:cubicBezTo>
                  <a:pt x="1323496" y="6250705"/>
                  <a:pt x="1307144" y="6235617"/>
                  <a:pt x="1274760" y="6235617"/>
                </a:cubicBezTo>
                <a:close/>
                <a:moveTo>
                  <a:pt x="1152680" y="6235617"/>
                </a:moveTo>
                <a:cubicBezTo>
                  <a:pt x="1123628" y="6235617"/>
                  <a:pt x="1101403" y="6250705"/>
                  <a:pt x="1099816" y="6273565"/>
                </a:cubicBezTo>
                <a:lnTo>
                  <a:pt x="1130613" y="6273565"/>
                </a:lnTo>
                <a:cubicBezTo>
                  <a:pt x="1131725" y="6263506"/>
                  <a:pt x="1141250" y="6258325"/>
                  <a:pt x="1152838" y="6258325"/>
                </a:cubicBezTo>
                <a:cubicBezTo>
                  <a:pt x="1164427" y="6258325"/>
                  <a:pt x="1170777" y="6263049"/>
                  <a:pt x="1170777" y="6270364"/>
                </a:cubicBezTo>
                <a:cubicBezTo>
                  <a:pt x="1170777" y="6276155"/>
                  <a:pt x="1166967" y="6278746"/>
                  <a:pt x="1159506" y="6280118"/>
                </a:cubicBezTo>
                <a:lnTo>
                  <a:pt x="1132360" y="6284690"/>
                </a:lnTo>
                <a:cubicBezTo>
                  <a:pt x="1110928" y="6288195"/>
                  <a:pt x="1096482" y="6298253"/>
                  <a:pt x="1096482" y="6319285"/>
                </a:cubicBezTo>
                <a:cubicBezTo>
                  <a:pt x="1096482" y="6340316"/>
                  <a:pt x="1113310" y="6353422"/>
                  <a:pt x="1137598" y="6353422"/>
                </a:cubicBezTo>
                <a:lnTo>
                  <a:pt x="1137757" y="6353270"/>
                </a:lnTo>
                <a:cubicBezTo>
                  <a:pt x="1154585" y="6353270"/>
                  <a:pt x="1165380" y="6347021"/>
                  <a:pt x="1173000" y="6340163"/>
                </a:cubicBezTo>
                <a:cubicBezTo>
                  <a:pt x="1177127" y="6348698"/>
                  <a:pt x="1184906" y="6352203"/>
                  <a:pt x="1195066" y="6352203"/>
                </a:cubicBezTo>
                <a:cubicBezTo>
                  <a:pt x="1202210" y="6352203"/>
                  <a:pt x="1208242" y="6350984"/>
                  <a:pt x="1213005" y="6349003"/>
                </a:cubicBezTo>
                <a:lnTo>
                  <a:pt x="1213005" y="6326295"/>
                </a:lnTo>
                <a:cubicBezTo>
                  <a:pt x="1211100" y="6326752"/>
                  <a:pt x="1209512" y="6326905"/>
                  <a:pt x="1207766" y="6326905"/>
                </a:cubicBezTo>
                <a:cubicBezTo>
                  <a:pt x="1204115" y="6326905"/>
                  <a:pt x="1201416" y="6325381"/>
                  <a:pt x="1201416" y="6320047"/>
                </a:cubicBezTo>
                <a:lnTo>
                  <a:pt x="1201416" y="6271888"/>
                </a:lnTo>
                <a:cubicBezTo>
                  <a:pt x="1201416" y="6250705"/>
                  <a:pt x="1185065" y="6235617"/>
                  <a:pt x="1152680" y="6235617"/>
                </a:cubicBezTo>
                <a:close/>
                <a:moveTo>
                  <a:pt x="2862103" y="6212452"/>
                </a:moveTo>
                <a:lnTo>
                  <a:pt x="2862103" y="6229978"/>
                </a:lnTo>
                <a:cubicBezTo>
                  <a:pt x="2862103" y="6238055"/>
                  <a:pt x="2859405" y="6240798"/>
                  <a:pt x="2850832" y="6240798"/>
                </a:cubicBezTo>
                <a:lnTo>
                  <a:pt x="2842260" y="6240798"/>
                </a:lnTo>
                <a:lnTo>
                  <a:pt x="2842260" y="6264116"/>
                </a:lnTo>
                <a:lnTo>
                  <a:pt x="2860040" y="6264116"/>
                </a:lnTo>
                <a:lnTo>
                  <a:pt x="2860040" y="6323399"/>
                </a:lnTo>
                <a:cubicBezTo>
                  <a:pt x="2860040" y="6341992"/>
                  <a:pt x="2871470" y="6352355"/>
                  <a:pt x="2892107" y="6352355"/>
                </a:cubicBezTo>
                <a:lnTo>
                  <a:pt x="2892266" y="6352203"/>
                </a:lnTo>
                <a:cubicBezTo>
                  <a:pt x="2899885" y="6352203"/>
                  <a:pt x="2905284" y="6351288"/>
                  <a:pt x="2911157" y="6349612"/>
                </a:cubicBezTo>
                <a:lnTo>
                  <a:pt x="2911157" y="6323094"/>
                </a:lnTo>
                <a:cubicBezTo>
                  <a:pt x="2907506" y="6323704"/>
                  <a:pt x="2904966" y="6324161"/>
                  <a:pt x="2901633" y="6324161"/>
                </a:cubicBezTo>
                <a:cubicBezTo>
                  <a:pt x="2894011" y="6324161"/>
                  <a:pt x="2890361" y="6320504"/>
                  <a:pt x="2890361" y="6312274"/>
                </a:cubicBezTo>
                <a:lnTo>
                  <a:pt x="2890361" y="6263963"/>
                </a:lnTo>
                <a:lnTo>
                  <a:pt x="2910999" y="6263963"/>
                </a:lnTo>
                <a:lnTo>
                  <a:pt x="2910999" y="6238970"/>
                </a:lnTo>
                <a:lnTo>
                  <a:pt x="2890361" y="6238970"/>
                </a:lnTo>
                <a:lnTo>
                  <a:pt x="2890361" y="6212452"/>
                </a:lnTo>
                <a:close/>
                <a:moveTo>
                  <a:pt x="1928493" y="6212452"/>
                </a:moveTo>
                <a:lnTo>
                  <a:pt x="1928493" y="6229978"/>
                </a:lnTo>
                <a:cubicBezTo>
                  <a:pt x="1928493" y="6238055"/>
                  <a:pt x="1925794" y="6240798"/>
                  <a:pt x="1917222" y="6240798"/>
                </a:cubicBezTo>
                <a:lnTo>
                  <a:pt x="1908649" y="6240798"/>
                </a:lnTo>
                <a:lnTo>
                  <a:pt x="1908649" y="6264116"/>
                </a:lnTo>
                <a:lnTo>
                  <a:pt x="1926429" y="6264116"/>
                </a:lnTo>
                <a:lnTo>
                  <a:pt x="1926429" y="6323399"/>
                </a:lnTo>
                <a:cubicBezTo>
                  <a:pt x="1926429" y="6341992"/>
                  <a:pt x="1937859" y="6352355"/>
                  <a:pt x="1958496" y="6352355"/>
                </a:cubicBezTo>
                <a:lnTo>
                  <a:pt x="1958496" y="6352203"/>
                </a:lnTo>
                <a:cubicBezTo>
                  <a:pt x="1966116" y="6352203"/>
                  <a:pt x="1971514" y="6351288"/>
                  <a:pt x="1977388" y="6349612"/>
                </a:cubicBezTo>
                <a:lnTo>
                  <a:pt x="1977388" y="6323094"/>
                </a:lnTo>
                <a:cubicBezTo>
                  <a:pt x="1973895" y="6323704"/>
                  <a:pt x="1971355" y="6324161"/>
                  <a:pt x="1968021" y="6324161"/>
                </a:cubicBezTo>
                <a:cubicBezTo>
                  <a:pt x="1960401" y="6324161"/>
                  <a:pt x="1956750" y="6320504"/>
                  <a:pt x="1956750" y="6312274"/>
                </a:cubicBezTo>
                <a:lnTo>
                  <a:pt x="1956750" y="6263963"/>
                </a:lnTo>
                <a:lnTo>
                  <a:pt x="1977388" y="6263963"/>
                </a:lnTo>
                <a:lnTo>
                  <a:pt x="1977388" y="6238970"/>
                </a:lnTo>
                <a:lnTo>
                  <a:pt x="1956750" y="6238970"/>
                </a:lnTo>
                <a:lnTo>
                  <a:pt x="1956750" y="6212452"/>
                </a:lnTo>
                <a:close/>
                <a:moveTo>
                  <a:pt x="1474309" y="6212452"/>
                </a:moveTo>
                <a:lnTo>
                  <a:pt x="1474309" y="6229978"/>
                </a:lnTo>
                <a:cubicBezTo>
                  <a:pt x="1474309" y="6238055"/>
                  <a:pt x="1471610" y="6240798"/>
                  <a:pt x="1463037" y="6240798"/>
                </a:cubicBezTo>
                <a:lnTo>
                  <a:pt x="1454465" y="6240798"/>
                </a:lnTo>
                <a:lnTo>
                  <a:pt x="1454465" y="6264116"/>
                </a:lnTo>
                <a:lnTo>
                  <a:pt x="1472245" y="6264116"/>
                </a:lnTo>
                <a:lnTo>
                  <a:pt x="1472245" y="6323399"/>
                </a:lnTo>
                <a:cubicBezTo>
                  <a:pt x="1472245" y="6341992"/>
                  <a:pt x="1483675" y="6352355"/>
                  <a:pt x="1504312" y="6352355"/>
                </a:cubicBezTo>
                <a:lnTo>
                  <a:pt x="1504312" y="6352203"/>
                </a:lnTo>
                <a:cubicBezTo>
                  <a:pt x="1511932" y="6352203"/>
                  <a:pt x="1517330" y="6351288"/>
                  <a:pt x="1523204" y="6349612"/>
                </a:cubicBezTo>
                <a:lnTo>
                  <a:pt x="1523204" y="6323094"/>
                </a:lnTo>
                <a:cubicBezTo>
                  <a:pt x="1519711" y="6323704"/>
                  <a:pt x="1517171" y="6324161"/>
                  <a:pt x="1513837" y="6324161"/>
                </a:cubicBezTo>
                <a:cubicBezTo>
                  <a:pt x="1506217" y="6324161"/>
                  <a:pt x="1502566" y="6320504"/>
                  <a:pt x="1502566" y="6312274"/>
                </a:cubicBezTo>
                <a:lnTo>
                  <a:pt x="1502566" y="6263963"/>
                </a:lnTo>
                <a:lnTo>
                  <a:pt x="1523204" y="6263963"/>
                </a:lnTo>
                <a:lnTo>
                  <a:pt x="1523204" y="6238970"/>
                </a:lnTo>
                <a:lnTo>
                  <a:pt x="1502566" y="6238970"/>
                </a:lnTo>
                <a:lnTo>
                  <a:pt x="1502566" y="6212452"/>
                </a:lnTo>
                <a:close/>
                <a:moveTo>
                  <a:pt x="2042158" y="6198126"/>
                </a:moveTo>
                <a:lnTo>
                  <a:pt x="2042158" y="6295662"/>
                </a:lnTo>
                <a:cubicBezTo>
                  <a:pt x="2042158" y="6331171"/>
                  <a:pt x="2066447" y="6353422"/>
                  <a:pt x="2105024" y="6353422"/>
                </a:cubicBezTo>
                <a:cubicBezTo>
                  <a:pt x="2143599" y="6353422"/>
                  <a:pt x="2167888" y="6331324"/>
                  <a:pt x="2167888" y="6295662"/>
                </a:cubicBezTo>
                <a:lnTo>
                  <a:pt x="2167888" y="6198126"/>
                </a:lnTo>
                <a:lnTo>
                  <a:pt x="2135979" y="6198126"/>
                </a:lnTo>
                <a:lnTo>
                  <a:pt x="2135979" y="6292766"/>
                </a:lnTo>
                <a:cubicBezTo>
                  <a:pt x="2135979" y="6310902"/>
                  <a:pt x="2125820" y="6323856"/>
                  <a:pt x="2105024" y="6323856"/>
                </a:cubicBezTo>
                <a:cubicBezTo>
                  <a:pt x="2084227" y="6323856"/>
                  <a:pt x="2074067" y="6310902"/>
                  <a:pt x="2074067" y="6292766"/>
                </a:cubicBezTo>
                <a:lnTo>
                  <a:pt x="2074067" y="6198126"/>
                </a:lnTo>
                <a:close/>
                <a:moveTo>
                  <a:pt x="1791014" y="6198126"/>
                </a:moveTo>
                <a:lnTo>
                  <a:pt x="1791014" y="6350221"/>
                </a:lnTo>
                <a:lnTo>
                  <a:pt x="1821335" y="6350221"/>
                </a:lnTo>
                <a:lnTo>
                  <a:pt x="1821335" y="6287280"/>
                </a:lnTo>
                <a:cubicBezTo>
                  <a:pt x="1821335" y="6272650"/>
                  <a:pt x="1830066" y="6262744"/>
                  <a:pt x="1845149" y="6262744"/>
                </a:cubicBezTo>
                <a:cubicBezTo>
                  <a:pt x="1858800" y="6262744"/>
                  <a:pt x="1866262" y="6271126"/>
                  <a:pt x="1866262" y="6286213"/>
                </a:cubicBezTo>
                <a:lnTo>
                  <a:pt x="1866262" y="6350221"/>
                </a:lnTo>
                <a:lnTo>
                  <a:pt x="1896900" y="6350221"/>
                </a:lnTo>
                <a:lnTo>
                  <a:pt x="1896900" y="6279965"/>
                </a:lnTo>
                <a:cubicBezTo>
                  <a:pt x="1896900" y="6249028"/>
                  <a:pt x="1878803" y="6235921"/>
                  <a:pt x="1854833" y="6235921"/>
                </a:cubicBezTo>
                <a:cubicBezTo>
                  <a:pt x="1840703" y="6235921"/>
                  <a:pt x="1827845" y="6241408"/>
                  <a:pt x="1821335" y="6250399"/>
                </a:cubicBezTo>
                <a:lnTo>
                  <a:pt x="1821335" y="6198126"/>
                </a:lnTo>
                <a:close/>
                <a:moveTo>
                  <a:pt x="911539" y="6198126"/>
                </a:moveTo>
                <a:lnTo>
                  <a:pt x="911539" y="6350221"/>
                </a:lnTo>
                <a:lnTo>
                  <a:pt x="940908" y="6350221"/>
                </a:lnTo>
                <a:lnTo>
                  <a:pt x="940908" y="6268687"/>
                </a:lnTo>
                <a:lnTo>
                  <a:pt x="940908" y="6239731"/>
                </a:lnTo>
                <a:lnTo>
                  <a:pt x="952179" y="6268992"/>
                </a:lnTo>
                <a:lnTo>
                  <a:pt x="970753" y="6314407"/>
                </a:lnTo>
                <a:lnTo>
                  <a:pt x="984723" y="6350221"/>
                </a:lnTo>
                <a:lnTo>
                  <a:pt x="1011075" y="6350221"/>
                </a:lnTo>
                <a:lnTo>
                  <a:pt x="1025045" y="6314407"/>
                </a:lnTo>
                <a:lnTo>
                  <a:pt x="1043619" y="6268992"/>
                </a:lnTo>
                <a:lnTo>
                  <a:pt x="1054890" y="6239731"/>
                </a:lnTo>
                <a:lnTo>
                  <a:pt x="1054890" y="6268687"/>
                </a:lnTo>
                <a:lnTo>
                  <a:pt x="1054890" y="6350221"/>
                </a:lnTo>
                <a:lnTo>
                  <a:pt x="1084259" y="6350221"/>
                </a:lnTo>
                <a:lnTo>
                  <a:pt x="1084259" y="6198126"/>
                </a:lnTo>
                <a:lnTo>
                  <a:pt x="1042666" y="6198126"/>
                </a:lnTo>
                <a:lnTo>
                  <a:pt x="1010758" y="6279660"/>
                </a:lnTo>
                <a:lnTo>
                  <a:pt x="998058" y="6314407"/>
                </a:lnTo>
                <a:lnTo>
                  <a:pt x="997740" y="6314407"/>
                </a:lnTo>
                <a:lnTo>
                  <a:pt x="984723" y="6279660"/>
                </a:lnTo>
                <a:lnTo>
                  <a:pt x="952814" y="6198126"/>
                </a:lnTo>
                <a:close/>
                <a:moveTo>
                  <a:pt x="2811462" y="6192640"/>
                </a:moveTo>
                <a:cubicBezTo>
                  <a:pt x="2801144" y="6192640"/>
                  <a:pt x="2793524" y="6200108"/>
                  <a:pt x="2793524" y="6210166"/>
                </a:cubicBezTo>
                <a:cubicBezTo>
                  <a:pt x="2793524" y="6220224"/>
                  <a:pt x="2801144" y="6227692"/>
                  <a:pt x="2811462" y="6227692"/>
                </a:cubicBezTo>
                <a:cubicBezTo>
                  <a:pt x="2821939" y="6227692"/>
                  <a:pt x="2829719" y="6220072"/>
                  <a:pt x="2829719" y="6210166"/>
                </a:cubicBezTo>
                <a:cubicBezTo>
                  <a:pt x="2829719" y="6200260"/>
                  <a:pt x="2821780" y="6192640"/>
                  <a:pt x="2811462" y="6192640"/>
                </a:cubicBezTo>
                <a:close/>
                <a:moveTo>
                  <a:pt x="2322670" y="6192640"/>
                </a:moveTo>
                <a:cubicBezTo>
                  <a:pt x="2312351" y="6192640"/>
                  <a:pt x="2304731" y="6200108"/>
                  <a:pt x="2304731" y="6210166"/>
                </a:cubicBezTo>
                <a:cubicBezTo>
                  <a:pt x="2304731" y="6220224"/>
                  <a:pt x="2312351" y="6227692"/>
                  <a:pt x="2322670" y="6227692"/>
                </a:cubicBezTo>
                <a:cubicBezTo>
                  <a:pt x="2333147" y="6227692"/>
                  <a:pt x="2340926" y="6220072"/>
                  <a:pt x="2340926" y="6210166"/>
                </a:cubicBezTo>
                <a:cubicBezTo>
                  <a:pt x="2340926" y="6200260"/>
                  <a:pt x="2332988" y="6192640"/>
                  <a:pt x="2322670" y="6192640"/>
                </a:cubicBezTo>
                <a:close/>
                <a:moveTo>
                  <a:pt x="1630836" y="6192640"/>
                </a:moveTo>
                <a:cubicBezTo>
                  <a:pt x="1620517" y="6192640"/>
                  <a:pt x="1612897" y="6200108"/>
                  <a:pt x="1612897" y="6210166"/>
                </a:cubicBezTo>
                <a:cubicBezTo>
                  <a:pt x="1612897" y="6220224"/>
                  <a:pt x="1620517" y="6227692"/>
                  <a:pt x="1630836" y="6227692"/>
                </a:cubicBezTo>
                <a:cubicBezTo>
                  <a:pt x="1641313" y="6227692"/>
                  <a:pt x="1649092" y="6220072"/>
                  <a:pt x="1649092" y="6210166"/>
                </a:cubicBezTo>
                <a:cubicBezTo>
                  <a:pt x="1649092" y="6200260"/>
                  <a:pt x="1641155" y="6192640"/>
                  <a:pt x="1630836" y="6192640"/>
                </a:cubicBezTo>
                <a:close/>
                <a:moveTo>
                  <a:pt x="548482" y="6160637"/>
                </a:moveTo>
                <a:lnTo>
                  <a:pt x="565786" y="6160637"/>
                </a:lnTo>
                <a:lnTo>
                  <a:pt x="565786" y="6204833"/>
                </a:lnTo>
                <a:cubicBezTo>
                  <a:pt x="565786" y="6212148"/>
                  <a:pt x="569913" y="6217939"/>
                  <a:pt x="579121" y="6217939"/>
                </a:cubicBezTo>
                <a:cubicBezTo>
                  <a:pt x="588328" y="6217939"/>
                  <a:pt x="592297" y="6211995"/>
                  <a:pt x="592297" y="6204833"/>
                </a:cubicBezTo>
                <a:lnTo>
                  <a:pt x="592297" y="6160637"/>
                </a:lnTo>
                <a:lnTo>
                  <a:pt x="609759" y="6160637"/>
                </a:lnTo>
                <a:lnTo>
                  <a:pt x="609759" y="6206357"/>
                </a:lnTo>
                <a:cubicBezTo>
                  <a:pt x="609759" y="6223273"/>
                  <a:pt x="597853" y="6234093"/>
                  <a:pt x="579121" y="6234093"/>
                </a:cubicBezTo>
                <a:cubicBezTo>
                  <a:pt x="560388" y="6234093"/>
                  <a:pt x="548482" y="6223121"/>
                  <a:pt x="548482" y="6206357"/>
                </a:cubicBezTo>
                <a:close/>
                <a:moveTo>
                  <a:pt x="506413" y="6086113"/>
                </a:moveTo>
                <a:lnTo>
                  <a:pt x="506413" y="6308465"/>
                </a:lnTo>
                <a:lnTo>
                  <a:pt x="743903" y="6197213"/>
                </a:lnTo>
                <a:close/>
                <a:moveTo>
                  <a:pt x="0" y="0"/>
                </a:moveTo>
                <a:lnTo>
                  <a:pt x="12191996" y="0"/>
                </a:lnTo>
                <a:lnTo>
                  <a:pt x="12191996" y="6857998"/>
                </a:lnTo>
                <a:lnTo>
                  <a:pt x="0" y="68579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505606"/>
            <a:ext cx="10161587" cy="2694794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[Cover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6073002"/>
            <a:ext cx="3557587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FE3D33-93D2-8DB4-D5A0-A84818A64910}"/>
              </a:ext>
            </a:extLst>
          </p:cNvPr>
          <p:cNvSpPr txBox="1"/>
          <p:nvPr userDrawn="1"/>
        </p:nvSpPr>
        <p:spPr>
          <a:xfrm>
            <a:off x="-2160000" y="914400"/>
            <a:ext cx="1981200" cy="353872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bg2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bg2"/>
              </a:solidFill>
              <a:latin typeface="Aptos" panose="020B0004020202020204" pitchFamily="34" charset="0"/>
            </a:endParaRPr>
          </a:p>
          <a:p>
            <a:pPr lvl="0"/>
            <a:r>
              <a:rPr lang="en-GB" sz="1000" dirty="0">
                <a:solidFill>
                  <a:schemeClr val="bg2"/>
                </a:solidFill>
                <a:latin typeface="Aptos" panose="020B0004020202020204" pitchFamily="34" charset="0"/>
              </a:rPr>
              <a:t>Opacity settings are not retained in PowerPoint image placeholders.</a:t>
            </a:r>
            <a:br>
              <a:rPr lang="en-GB" sz="1000" dirty="0">
                <a:solidFill>
                  <a:schemeClr val="bg2"/>
                </a:solidFill>
                <a:latin typeface="Aptos" panose="020B0004020202020204" pitchFamily="34" charset="0"/>
              </a:rPr>
            </a:br>
            <a:endParaRPr lang="en-GB" sz="1000" dirty="0">
              <a:solidFill>
                <a:schemeClr val="bg2"/>
              </a:solidFill>
              <a:latin typeface="Aptos" panose="020B0004020202020204" pitchFamily="34" charset="0"/>
            </a:endParaRPr>
          </a:p>
          <a:p>
            <a:pPr lvl="0"/>
            <a:r>
              <a:rPr lang="en-GB" sz="1000" b="1" dirty="0">
                <a:solidFill>
                  <a:schemeClr val="bg1"/>
                </a:solidFill>
              </a:rPr>
              <a:t>→ </a:t>
            </a:r>
            <a:r>
              <a:rPr lang="en-GB" sz="1000" b="1" dirty="0">
                <a:solidFill>
                  <a:schemeClr val="bg2"/>
                </a:solidFill>
                <a:latin typeface="Aptos" panose="020B0004020202020204" pitchFamily="34" charset="0"/>
              </a:rPr>
              <a:t>Select the image </a:t>
            </a:r>
            <a:br>
              <a:rPr lang="en-GB" sz="1000" b="1" dirty="0">
                <a:solidFill>
                  <a:schemeClr val="bg2"/>
                </a:solidFill>
                <a:latin typeface="Aptos" panose="020B0004020202020204" pitchFamily="34" charset="0"/>
              </a:rPr>
            </a:br>
            <a:r>
              <a:rPr lang="en-GB" sz="1000" b="1" dirty="0">
                <a:solidFill>
                  <a:schemeClr val="bg1"/>
                </a:solidFill>
              </a:rPr>
              <a:t>→</a:t>
            </a:r>
            <a:r>
              <a:rPr lang="en-GB" sz="1000" dirty="0">
                <a:solidFill>
                  <a:schemeClr val="bg2"/>
                </a:solidFill>
                <a:latin typeface="Aptos" panose="020B0004020202020204" pitchFamily="34" charset="0"/>
              </a:rPr>
              <a:t> </a:t>
            </a:r>
            <a:r>
              <a:rPr lang="en-GB" sz="1000" b="1" dirty="0">
                <a:solidFill>
                  <a:schemeClr val="bg1"/>
                </a:solidFill>
              </a:rPr>
              <a:t>Picture Format </a:t>
            </a:r>
            <a:br>
              <a:rPr lang="en-GB" sz="1000" b="1" dirty="0">
                <a:solidFill>
                  <a:schemeClr val="bg1"/>
                </a:solidFill>
              </a:rPr>
            </a:br>
            <a:r>
              <a:rPr lang="en-GB" sz="1000" b="1" dirty="0">
                <a:solidFill>
                  <a:schemeClr val="bg1"/>
                </a:solidFill>
              </a:rPr>
              <a:t>→ Transparency</a:t>
            </a:r>
          </a:p>
          <a:p>
            <a:pPr lvl="0"/>
            <a:endParaRPr lang="en-GB" sz="10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lvl="0"/>
            <a:endParaRPr lang="en-GB" sz="10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lvl="0"/>
            <a:endParaRPr lang="en-GB" sz="10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lvl="0"/>
            <a:br>
              <a:rPr lang="en-GB" sz="1000" dirty="0">
                <a:solidFill>
                  <a:schemeClr val="bg2"/>
                </a:solidFill>
                <a:latin typeface="Aptos" panose="020B0004020202020204" pitchFamily="34" charset="0"/>
              </a:rPr>
            </a:br>
            <a:endParaRPr lang="en-GB" sz="1000" dirty="0">
              <a:solidFill>
                <a:schemeClr val="bg2"/>
              </a:solidFill>
              <a:latin typeface="Aptos" panose="020B0004020202020204" pitchFamily="34" charset="0"/>
            </a:endParaRPr>
          </a:p>
          <a:p>
            <a:pPr lvl="0"/>
            <a:br>
              <a:rPr lang="en-GB" sz="1000" dirty="0">
                <a:solidFill>
                  <a:schemeClr val="bg2"/>
                </a:solidFill>
                <a:latin typeface="Aptos" panose="020B0004020202020204" pitchFamily="34" charset="0"/>
              </a:rPr>
            </a:br>
            <a:r>
              <a:rPr lang="en-GB" sz="1000" dirty="0">
                <a:solidFill>
                  <a:schemeClr val="bg2"/>
                </a:solidFill>
                <a:latin typeface="Aptos" panose="020B0004020202020204" pitchFamily="34" charset="0"/>
              </a:rPr>
              <a:t>Set image transparency to ±30-40% for proper text legibility.</a:t>
            </a:r>
          </a:p>
          <a:p>
            <a:pPr lvl="0"/>
            <a:endParaRPr lang="en-GB" sz="1000" dirty="0">
              <a:solidFill>
                <a:schemeClr val="bg2"/>
              </a:solidFill>
              <a:latin typeface="Aptos" panose="020B0004020202020204" pitchFamily="34" charset="0"/>
            </a:endParaRPr>
          </a:p>
          <a:p>
            <a:pPr lvl="0"/>
            <a:r>
              <a:rPr lang="en-GB" sz="1000" dirty="0">
                <a:solidFill>
                  <a:schemeClr val="bg2"/>
                </a:solidFill>
                <a:latin typeface="Aptos" panose="020B0004020202020204" pitchFamily="34" charset="0"/>
              </a:rPr>
              <a:t>Effectiveness depends on image selection.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83E2E1D-C47D-AE7E-BCBD-A566A55562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10161588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/>
            </a:lvl1pPr>
          </a:lstStyle>
          <a:p>
            <a:pPr lvl="0"/>
            <a:r>
              <a:rPr lang="en-GB" dirty="0"/>
              <a:t>[Subtitle, date or author]</a:t>
            </a:r>
            <a:endParaRPr lang="en-NL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4239D9E-6734-4B9B-B164-DA976F7F70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981200" y="2667000"/>
            <a:ext cx="6858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075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Staal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512142"/>
            <a:ext cx="2032000" cy="1115177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NL" dirty="0"/>
              <a:t>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1F163D-0D69-7077-0F69-6B79449E9D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38413" y="506414"/>
            <a:ext cx="9147173" cy="1115177"/>
          </a:xfrm>
        </p:spPr>
        <p:txBody>
          <a:bodyPr>
            <a:spAutoFit/>
          </a:bodyPr>
          <a:lstStyle>
            <a:lvl1pPr indent="-270000">
              <a:lnSpc>
                <a:spcPct val="90000"/>
              </a:lnSpc>
              <a:defRPr sz="8000" b="1">
                <a:solidFill>
                  <a:schemeClr val="tx2"/>
                </a:solidFill>
              </a:defRPr>
            </a:lvl1pPr>
            <a:lvl2pPr>
              <a:defRPr sz="8000">
                <a:solidFill>
                  <a:schemeClr val="tx1"/>
                </a:solidFill>
              </a:defRPr>
            </a:lvl2pPr>
            <a:lvl3pPr>
              <a:defRPr sz="8000">
                <a:solidFill>
                  <a:schemeClr val="tx1"/>
                </a:solidFill>
              </a:defRPr>
            </a:lvl3pPr>
            <a:lvl4pPr>
              <a:defRPr sz="8000">
                <a:solidFill>
                  <a:schemeClr val="tx1"/>
                </a:solidFill>
              </a:defRPr>
            </a:lvl4pPr>
            <a:lvl5pPr>
              <a:defRPr sz="8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[Chapter title]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CFDB2CF-8F1B-1D2E-5A5E-2A0C2787D7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40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Aardebru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512142"/>
            <a:ext cx="2032000" cy="1115177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defRPr sz="8000">
                <a:solidFill>
                  <a:schemeClr val="accent4"/>
                </a:solidFill>
              </a:defRPr>
            </a:lvl1pPr>
          </a:lstStyle>
          <a:p>
            <a:r>
              <a:rPr lang="en-NL" dirty="0"/>
              <a:t>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1F163D-0D69-7077-0F69-6B79449E9D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38413" y="506414"/>
            <a:ext cx="9147173" cy="1115177"/>
          </a:xfrm>
        </p:spPr>
        <p:txBody>
          <a:bodyPr>
            <a:spAutoFit/>
          </a:bodyPr>
          <a:lstStyle>
            <a:lvl1pPr indent="-270000">
              <a:lnSpc>
                <a:spcPct val="90000"/>
              </a:lnSpc>
              <a:defRPr sz="8000" b="1">
                <a:solidFill>
                  <a:schemeClr val="accent4"/>
                </a:solidFill>
              </a:defRPr>
            </a:lvl1pPr>
            <a:lvl2pPr>
              <a:defRPr sz="8000">
                <a:solidFill>
                  <a:schemeClr val="tx1"/>
                </a:solidFill>
              </a:defRPr>
            </a:lvl2pPr>
            <a:lvl3pPr>
              <a:defRPr sz="8000">
                <a:solidFill>
                  <a:schemeClr val="tx1"/>
                </a:solidFill>
              </a:defRPr>
            </a:lvl3pPr>
            <a:lvl4pPr>
              <a:defRPr sz="8000">
                <a:solidFill>
                  <a:schemeClr val="tx1"/>
                </a:solidFill>
              </a:defRPr>
            </a:lvl4pPr>
            <a:lvl5pPr>
              <a:defRPr sz="8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[Chapter title]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07B9F58-0F8A-182A-2803-D5EB0B6AF9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89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Nachtgro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512142"/>
            <a:ext cx="2032000" cy="1115177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NL" dirty="0"/>
              <a:t>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1F163D-0D69-7077-0F69-6B79449E9D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38413" y="506414"/>
            <a:ext cx="9147173" cy="1115177"/>
          </a:xfrm>
        </p:spPr>
        <p:txBody>
          <a:bodyPr>
            <a:spAutoFit/>
          </a:bodyPr>
          <a:lstStyle>
            <a:lvl1pPr indent="-270000">
              <a:lnSpc>
                <a:spcPct val="90000"/>
              </a:lnSpc>
              <a:defRPr sz="8000" b="1">
                <a:solidFill>
                  <a:schemeClr val="accent2"/>
                </a:solidFill>
              </a:defRPr>
            </a:lvl1pPr>
            <a:lvl2pPr>
              <a:defRPr sz="8000">
                <a:solidFill>
                  <a:schemeClr val="tx1"/>
                </a:solidFill>
              </a:defRPr>
            </a:lvl2pPr>
            <a:lvl3pPr>
              <a:defRPr sz="8000">
                <a:solidFill>
                  <a:schemeClr val="tx1"/>
                </a:solidFill>
              </a:defRPr>
            </a:lvl3pPr>
            <a:lvl4pPr>
              <a:defRPr sz="8000">
                <a:solidFill>
                  <a:schemeClr val="tx1"/>
                </a:solidFill>
              </a:defRPr>
            </a:lvl4pPr>
            <a:lvl5pPr>
              <a:defRPr sz="8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[Chapter title]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626F171-10A9-7BB4-D7F3-456A2237FF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75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512142"/>
            <a:ext cx="2032000" cy="1115177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1F163D-0D69-7077-0F69-6B79449E9D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38413" y="506414"/>
            <a:ext cx="9147173" cy="1115177"/>
          </a:xfrm>
        </p:spPr>
        <p:txBody>
          <a:bodyPr>
            <a:spAutoFit/>
          </a:bodyPr>
          <a:lstStyle>
            <a:lvl1pPr indent="-270000">
              <a:lnSpc>
                <a:spcPct val="90000"/>
              </a:lnSpc>
              <a:defRPr sz="8000" b="1">
                <a:solidFill>
                  <a:schemeClr val="tx2"/>
                </a:solidFill>
              </a:defRPr>
            </a:lvl1pPr>
            <a:lvl2pPr>
              <a:defRPr sz="8000">
                <a:solidFill>
                  <a:schemeClr val="tx1"/>
                </a:solidFill>
              </a:defRPr>
            </a:lvl2pPr>
            <a:lvl3pPr>
              <a:defRPr sz="8000">
                <a:solidFill>
                  <a:schemeClr val="tx1"/>
                </a:solidFill>
              </a:defRPr>
            </a:lvl3pPr>
            <a:lvl4pPr>
              <a:defRPr sz="8000">
                <a:solidFill>
                  <a:schemeClr val="tx1"/>
                </a:solidFill>
              </a:defRPr>
            </a:lvl4pPr>
            <a:lvl5pPr>
              <a:defRPr sz="8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[Chapter title]</a:t>
            </a:r>
          </a:p>
        </p:txBody>
      </p:sp>
    </p:spTree>
    <p:extLst>
      <p:ext uri="{BB962C8B-B14F-4D97-AF65-F5344CB8AC3E}">
        <p14:creationId xmlns:p14="http://schemas.microsoft.com/office/powerpoint/2010/main" val="1006585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_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161587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42F0EE-7D2C-22EC-DD6A-94F7CC3B05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6413" y="2333625"/>
            <a:ext cx="10161587" cy="3003550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748164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_Zachtblau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161587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E672CFD-5241-F8C9-C713-C14AA13BF8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6413" y="2333625"/>
            <a:ext cx="10161587" cy="3003550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3032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_Zachtroz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161587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accent3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>
                <a:solidFill>
                  <a:schemeClr val="accent3"/>
                </a:solidFill>
              </a:rPr>
              <a:t>[Add footer text via: Insert → Header &amp; Footer]</a:t>
            </a:r>
            <a:endParaRPr lang="en-NL" dirty="0">
              <a:solidFill>
                <a:schemeClr val="accent3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algn="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7C3AA4F-F278-1725-C45A-6E7B5B408B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958F8BBB-3CCA-B426-42FC-DB91751CE4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6413" y="2333625"/>
            <a:ext cx="10161587" cy="3003550"/>
          </a:xfrm>
        </p:spPr>
        <p:txBody>
          <a:bodyPr/>
          <a:lstStyle>
            <a:lvl1pPr marL="0" indent="-270000">
              <a:defRPr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56564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161587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752BD4A-B0E6-DB6C-3DCB-9B8BF3A1B9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6413" y="2333625"/>
            <a:ext cx="10161587" cy="3003550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29627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_Staalblau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161587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45565-1E9C-EC0E-263F-2EE4248167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[Add footer text via: Insert → Header &amp; Footer]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A014F-0269-AAD5-41BE-35C9189BECD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5A040-B99A-0F1E-6BCC-5EF50656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42BC351-8B96-CF71-EDBE-05F1A8B32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CCB8CBA-6D04-C96D-5F90-DC80679B07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6413" y="2333625"/>
            <a:ext cx="10161587" cy="3003550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35218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-2col_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669587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42F0EE-7D2C-22EC-DD6A-94F7CC3B05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6414" y="2333625"/>
            <a:ext cx="5080000" cy="3003550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40ABC3F-C6B4-594A-E908-BCBED7A96A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793" y="2338941"/>
            <a:ext cx="5080000" cy="3003550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88346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-2col_Zachtblau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669587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42F0EE-7D2C-22EC-DD6A-94F7CC3B05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6414" y="2333625"/>
            <a:ext cx="5080000" cy="3003550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40ABC3F-C6B4-594A-E908-BCBED7A96A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793" y="2338941"/>
            <a:ext cx="5080000" cy="3003550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929611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-2col_Zachtroz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669587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accent3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[Add footer text via: Insert → Header &amp; Footer]</a:t>
            </a:r>
            <a:endParaRPr lang="en-GB" dirty="0">
              <a:solidFill>
                <a:schemeClr val="accent3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algn="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42F0EE-7D2C-22EC-DD6A-94F7CC3B05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6414" y="2333625"/>
            <a:ext cx="5080000" cy="3003550"/>
          </a:xfrm>
        </p:spPr>
        <p:txBody>
          <a:bodyPr/>
          <a:lstStyle>
            <a:lvl1pPr marL="0" indent="-270000">
              <a:defRPr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40ABC3F-C6B4-594A-E908-BCBED7A96A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793" y="2338941"/>
            <a:ext cx="5080000" cy="3003550"/>
          </a:xfrm>
        </p:spPr>
        <p:txBody>
          <a:bodyPr/>
          <a:lstStyle>
            <a:lvl1pPr marL="0" indent="-270000">
              <a:defRPr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F2D7837-FCDC-3A62-2812-7D24E713F7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954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page-2col_Zachtblau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669587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42F0EE-7D2C-22EC-DD6A-94F7CC3B05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6414" y="2333625"/>
            <a:ext cx="5080000" cy="3003550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40ABC3F-C6B4-594A-E908-BCBED7A96A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793" y="2338941"/>
            <a:ext cx="5080000" cy="3003550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817466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-2col_Staalblauw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669587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42F0EE-7D2C-22EC-DD6A-94F7CC3B05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6414" y="2333625"/>
            <a:ext cx="5080000" cy="3003550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40ABC3F-C6B4-594A-E908-BCBED7A96A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793" y="2338941"/>
            <a:ext cx="5080000" cy="3003550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43510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_Zachtblauw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6094413" y="0"/>
            <a:ext cx="60975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5079999" cy="1209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0" y="762000"/>
            <a:ext cx="5080000" cy="1219200"/>
          </a:xfrm>
        </p:spPr>
        <p:txBody>
          <a:bodyPr/>
          <a:lstStyle>
            <a:lvl1pPr indent="-270000">
              <a:buNone/>
              <a:defRPr sz="2800" b="1"/>
            </a:lvl1pPr>
          </a:lstStyle>
          <a:p>
            <a:pPr lvl="0"/>
            <a:r>
              <a:rPr lang="en-NL" dirty="0"/>
              <a:t>[Title]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99BABB9-7CFB-BD63-6D59-2EF7C75804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3" y="2487613"/>
            <a:ext cx="5079999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4FACF00-B0FA-1F78-A31A-35ED9F65A9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4000" y="2480469"/>
            <a:ext cx="5080000" cy="2858148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7597547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_Zachtroz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6094413" y="0"/>
            <a:ext cx="60975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5079999" cy="120931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>
                <a:solidFill>
                  <a:schemeClr val="accent3"/>
                </a:solidFill>
              </a:rPr>
              <a:t>[Add footer text via: Insert → Header &amp; Footer]</a:t>
            </a:r>
            <a:endParaRPr lang="en-NL" dirty="0">
              <a:solidFill>
                <a:schemeClr val="accent3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0" y="762000"/>
            <a:ext cx="5080000" cy="1219200"/>
          </a:xfrm>
        </p:spPr>
        <p:txBody>
          <a:bodyPr/>
          <a:lstStyle>
            <a:lvl1pPr indent="-270000"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NL" dirty="0"/>
              <a:t>[Title]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2E30A4-7717-7266-C727-190B09BA9A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224E9C-9B3C-0549-5E5E-6BC2E43CE3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3" y="2487613"/>
            <a:ext cx="5079999" cy="2851004"/>
          </a:xfrm>
        </p:spPr>
        <p:txBody>
          <a:bodyPr/>
          <a:lstStyle>
            <a:lvl1pPr marL="0" indent="-270000">
              <a:defRPr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E45D885-3BE2-6E5D-7442-DAA973120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4001" y="2487613"/>
            <a:ext cx="5079999" cy="2851004"/>
          </a:xfrm>
        </p:spPr>
        <p:txBody>
          <a:bodyPr/>
          <a:lstStyle>
            <a:lvl1pPr marL="0" indent="-270000">
              <a:defRPr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317589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6094413" y="0"/>
            <a:ext cx="60975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5079999" cy="1209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0" y="762000"/>
            <a:ext cx="5080000" cy="1219200"/>
          </a:xfrm>
        </p:spPr>
        <p:txBody>
          <a:bodyPr/>
          <a:lstStyle>
            <a:lvl1pPr indent="-270000">
              <a:buNone/>
              <a:defRPr sz="2800" b="1"/>
            </a:lvl1pPr>
          </a:lstStyle>
          <a:p>
            <a:pPr lvl="0"/>
            <a:r>
              <a:rPr lang="en-NL" dirty="0"/>
              <a:t>[Title]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2E2E572-E89D-44B5-6207-964B156EED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3" y="2487613"/>
            <a:ext cx="5079999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37AD47-3ECE-C44B-72C6-52C2EB544F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3206" y="2487613"/>
            <a:ext cx="5079999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184641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_Staalblau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6094413" y="0"/>
            <a:ext cx="609758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5079999" cy="1209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0" y="762000"/>
            <a:ext cx="5080000" cy="1219200"/>
          </a:xfrm>
        </p:spPr>
        <p:txBody>
          <a:bodyPr/>
          <a:lstStyle>
            <a:lvl1pPr indent="-270000">
              <a:buNone/>
              <a:defRPr sz="2800" b="1"/>
            </a:lvl1pPr>
          </a:lstStyle>
          <a:p>
            <a:pPr lvl="0"/>
            <a:r>
              <a:rPr lang="en-NL" dirty="0"/>
              <a:t>[Title]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99BABB9-7CFB-BD63-6D59-2EF7C75804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3" y="2487613"/>
            <a:ext cx="5079999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4FACF00-B0FA-1F78-A31A-35ED9F65A9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4000" y="2480469"/>
            <a:ext cx="5080000" cy="2858148"/>
          </a:xfrm>
        </p:spPr>
        <p:txBody>
          <a:bodyPr/>
          <a:lstStyle>
            <a:lvl1pPr marL="0" indent="-270000">
              <a:defRPr>
                <a:solidFill>
                  <a:schemeClr val="bg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bg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bg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0575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_Zachtblau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771885"/>
            <a:ext cx="3048000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[Table of contents]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4462E7-085F-204F-0911-B418BC44EE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4413" y="762000"/>
            <a:ext cx="5591175" cy="5588000"/>
          </a:xfrm>
        </p:spPr>
        <p:txBody>
          <a:bodyPr/>
          <a:lstStyle>
            <a:lvl1pPr marL="270000" indent="-270000">
              <a:lnSpc>
                <a:spcPct val="114000"/>
              </a:lnSpc>
              <a:buFont typeface="Arial" panose="020B0604020202020204" pitchFamily="34" charset="0"/>
              <a:buNone/>
              <a:tabLst>
                <a:tab pos="8280000" algn="r"/>
              </a:tabLst>
              <a:defRPr sz="2800" b="1"/>
            </a:lvl1pPr>
          </a:lstStyle>
          <a:p>
            <a:pPr lvl="0"/>
            <a:r>
              <a:rPr lang="en-NL" dirty="0"/>
              <a:t>Chapter 1	#</a:t>
            </a:r>
          </a:p>
          <a:p>
            <a:pPr lvl="0"/>
            <a:r>
              <a:rPr lang="en-NL" dirty="0"/>
              <a:t>Chatper 2	#</a:t>
            </a:r>
          </a:p>
          <a:p>
            <a:pPr lvl="0"/>
            <a:r>
              <a:rPr lang="en-NL" dirty="0"/>
              <a:t>Chatper 3	#</a:t>
            </a:r>
          </a:p>
          <a:p>
            <a:pPr lvl="0"/>
            <a:r>
              <a:rPr lang="en-NL" dirty="0"/>
              <a:t>Chapter 4	#</a:t>
            </a:r>
          </a:p>
          <a:p>
            <a:pPr lvl="0"/>
            <a:r>
              <a:rPr lang="en-NL" dirty="0"/>
              <a:t>Chapter 5	#</a:t>
            </a:r>
          </a:p>
          <a:p>
            <a:pPr lvl="0"/>
            <a:r>
              <a:rPr lang="en-NL" dirty="0"/>
              <a:t>Chapter 6	#</a:t>
            </a:r>
          </a:p>
          <a:p>
            <a:pPr lvl="0"/>
            <a:r>
              <a:rPr lang="en-NL" dirty="0"/>
              <a:t>Chapter 7	#</a:t>
            </a:r>
          </a:p>
          <a:p>
            <a:pPr lvl="0"/>
            <a:r>
              <a:rPr lang="en-NL" dirty="0"/>
              <a:t>Chapter 8	#</a:t>
            </a:r>
          </a:p>
          <a:p>
            <a:pPr lvl="0"/>
            <a:r>
              <a:rPr lang="en-NL" dirty="0"/>
              <a:t>Chapter 9	#</a:t>
            </a:r>
          </a:p>
          <a:p>
            <a:pPr lvl="0"/>
            <a:r>
              <a:rPr lang="en-NL" dirty="0"/>
              <a:t>Chapter 10	#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8A9E7-EE40-9AB8-93CD-868825627F24}"/>
              </a:ext>
            </a:extLst>
          </p:cNvPr>
          <p:cNvSpPr txBox="1"/>
          <p:nvPr userDrawn="1"/>
        </p:nvSpPr>
        <p:spPr>
          <a:xfrm>
            <a:off x="-2160000" y="914400"/>
            <a:ext cx="1981200" cy="1197000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Use a tab to right-align the page number.</a:t>
            </a:r>
          </a:p>
          <a:p>
            <a:pPr lvl="0"/>
            <a:endParaRPr lang="en-GB" sz="10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Example:</a:t>
            </a:r>
          </a:p>
          <a:p>
            <a:pPr lvl="0"/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Chapter 1 </a:t>
            </a:r>
            <a:r>
              <a:rPr lang="en-GB" sz="1000" b="1" i="1" dirty="0">
                <a:solidFill>
                  <a:schemeClr val="tx1"/>
                </a:solidFill>
                <a:latin typeface="Aptos" panose="020B0004020202020204" pitchFamily="34" charset="0"/>
              </a:rPr>
              <a:t>[Tab]  </a:t>
            </a:r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01</a:t>
            </a:r>
            <a:endParaRPr lang="en-GB" sz="1000" b="0" dirty="0">
              <a:solidFill>
                <a:schemeClr val="tx1"/>
              </a:solidFill>
            </a:endParaRP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9733B1E-D1EA-D492-781B-CACC682C27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413" y="2333625"/>
            <a:ext cx="3047999" cy="3002882"/>
          </a:xfrm>
        </p:spPr>
        <p:txBody>
          <a:bodyPr/>
          <a:lstStyle>
            <a:lvl1pPr marL="0" indent="-270000">
              <a:buNone/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NL" dirty="0"/>
              <a:t>[Optional text]</a:t>
            </a:r>
          </a:p>
        </p:txBody>
      </p:sp>
    </p:spTree>
    <p:extLst>
      <p:ext uri="{BB962C8B-B14F-4D97-AF65-F5344CB8AC3E}">
        <p14:creationId xmlns:p14="http://schemas.microsoft.com/office/powerpoint/2010/main" val="1900183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_Zachtroz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771885"/>
            <a:ext cx="3048000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accent3"/>
                </a:solidFill>
              </a:defRPr>
            </a:lvl1pPr>
          </a:lstStyle>
          <a:p>
            <a:r>
              <a:rPr lang="en-NL" dirty="0"/>
              <a:t>[Table of contents]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[Add footer text via: Insert → Header &amp; Footer]</a:t>
            </a:r>
            <a:endParaRPr lang="en-GB" dirty="0">
              <a:solidFill>
                <a:schemeClr val="accent3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algn="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4462E7-085F-204F-0911-B418BC44EE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4413" y="762000"/>
            <a:ext cx="5591175" cy="5588000"/>
          </a:xfrm>
        </p:spPr>
        <p:txBody>
          <a:bodyPr/>
          <a:lstStyle>
            <a:lvl1pPr marL="270000" indent="-270000">
              <a:lnSpc>
                <a:spcPct val="114000"/>
              </a:lnSpc>
              <a:buFont typeface="Arial" panose="020B0604020202020204" pitchFamily="34" charset="0"/>
              <a:buNone/>
              <a:tabLst>
                <a:tab pos="8280000" algn="r"/>
              </a:tabLst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NL" dirty="0"/>
              <a:t>Chapter 1	#</a:t>
            </a:r>
          </a:p>
          <a:p>
            <a:pPr lvl="0"/>
            <a:r>
              <a:rPr lang="en-NL" dirty="0"/>
              <a:t>Chatper 2	#</a:t>
            </a:r>
          </a:p>
          <a:p>
            <a:pPr lvl="0"/>
            <a:r>
              <a:rPr lang="en-NL" dirty="0"/>
              <a:t>Chatper 3	#</a:t>
            </a:r>
          </a:p>
          <a:p>
            <a:pPr lvl="0"/>
            <a:r>
              <a:rPr lang="en-NL" dirty="0"/>
              <a:t>Chapter 4	#</a:t>
            </a:r>
          </a:p>
          <a:p>
            <a:pPr lvl="0"/>
            <a:r>
              <a:rPr lang="en-NL" dirty="0"/>
              <a:t>Chapter 5	#</a:t>
            </a:r>
          </a:p>
          <a:p>
            <a:pPr lvl="0"/>
            <a:r>
              <a:rPr lang="en-NL" dirty="0"/>
              <a:t>Chapter 6	#</a:t>
            </a:r>
          </a:p>
          <a:p>
            <a:pPr lvl="0"/>
            <a:r>
              <a:rPr lang="en-NL" dirty="0"/>
              <a:t>Chapter 7	#</a:t>
            </a:r>
          </a:p>
          <a:p>
            <a:pPr lvl="0"/>
            <a:r>
              <a:rPr lang="en-NL" dirty="0"/>
              <a:t>Chapter 8	#</a:t>
            </a:r>
          </a:p>
          <a:p>
            <a:pPr lvl="0"/>
            <a:r>
              <a:rPr lang="en-NL" dirty="0"/>
              <a:t>Chapter 9	#</a:t>
            </a:r>
          </a:p>
          <a:p>
            <a:pPr lvl="0"/>
            <a:r>
              <a:rPr lang="en-NL" dirty="0"/>
              <a:t>Chapter 10	#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FAD41C-DD88-422B-9597-F26720ADF2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9D9B42-63F2-A03D-89E3-E2EE5AEFB43D}"/>
              </a:ext>
            </a:extLst>
          </p:cNvPr>
          <p:cNvSpPr txBox="1"/>
          <p:nvPr userDrawn="1"/>
        </p:nvSpPr>
        <p:spPr>
          <a:xfrm>
            <a:off x="-2160000" y="914400"/>
            <a:ext cx="1981200" cy="1197000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Use a tab to right-align the page number.</a:t>
            </a:r>
          </a:p>
          <a:p>
            <a:pPr lvl="0"/>
            <a:endParaRPr lang="en-GB" sz="10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Example:</a:t>
            </a:r>
          </a:p>
          <a:p>
            <a:pPr lvl="0"/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Chapter 1 </a:t>
            </a:r>
            <a:r>
              <a:rPr lang="en-GB" sz="1000" b="1" i="1" dirty="0">
                <a:solidFill>
                  <a:schemeClr val="tx1"/>
                </a:solidFill>
                <a:latin typeface="Aptos" panose="020B0004020202020204" pitchFamily="34" charset="0"/>
              </a:rPr>
              <a:t>[Tab]  </a:t>
            </a:r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01</a:t>
            </a:r>
            <a:endParaRPr lang="en-GB" sz="1000" b="0" dirty="0">
              <a:solidFill>
                <a:schemeClr val="tx1"/>
              </a:solidFill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8D6B540-0CF7-1DB5-FD6F-FB4EE992E9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413" y="2333625"/>
            <a:ext cx="3047999" cy="3002882"/>
          </a:xfrm>
        </p:spPr>
        <p:txBody>
          <a:bodyPr/>
          <a:lstStyle>
            <a:lvl1pPr marL="0" indent="-270000">
              <a:buNone/>
              <a:defRPr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NL" dirty="0"/>
              <a:t>[Optional text]</a:t>
            </a:r>
          </a:p>
        </p:txBody>
      </p:sp>
    </p:spTree>
    <p:extLst>
      <p:ext uri="{BB962C8B-B14F-4D97-AF65-F5344CB8AC3E}">
        <p14:creationId xmlns:p14="http://schemas.microsoft.com/office/powerpoint/2010/main" val="198593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771885"/>
            <a:ext cx="3048000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[Table of contents]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4462E7-085F-204F-0911-B418BC44EE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4413" y="762000"/>
            <a:ext cx="5591175" cy="5588000"/>
          </a:xfrm>
        </p:spPr>
        <p:txBody>
          <a:bodyPr/>
          <a:lstStyle>
            <a:lvl1pPr marL="270000" indent="-270000">
              <a:lnSpc>
                <a:spcPct val="114000"/>
              </a:lnSpc>
              <a:buFont typeface="Arial" panose="020B0604020202020204" pitchFamily="34" charset="0"/>
              <a:buNone/>
              <a:tabLst>
                <a:tab pos="8280000" algn="r"/>
              </a:tabLst>
              <a:defRPr sz="2800" b="1"/>
            </a:lvl1pPr>
          </a:lstStyle>
          <a:p>
            <a:pPr lvl="0"/>
            <a:r>
              <a:rPr lang="en-NL" dirty="0"/>
              <a:t>Chapter 1	#</a:t>
            </a:r>
          </a:p>
          <a:p>
            <a:pPr lvl="0"/>
            <a:r>
              <a:rPr lang="en-NL" dirty="0"/>
              <a:t>Chatper 2	#</a:t>
            </a:r>
          </a:p>
          <a:p>
            <a:pPr lvl="0"/>
            <a:r>
              <a:rPr lang="en-NL" dirty="0"/>
              <a:t>Chatper 3	#</a:t>
            </a:r>
          </a:p>
          <a:p>
            <a:pPr lvl="0"/>
            <a:r>
              <a:rPr lang="en-NL" dirty="0"/>
              <a:t>Chapter 4	#</a:t>
            </a:r>
          </a:p>
          <a:p>
            <a:pPr lvl="0"/>
            <a:r>
              <a:rPr lang="en-NL" dirty="0"/>
              <a:t>Chapter 5	#</a:t>
            </a:r>
          </a:p>
          <a:p>
            <a:pPr lvl="0"/>
            <a:r>
              <a:rPr lang="en-NL" dirty="0"/>
              <a:t>Chapter 6	#</a:t>
            </a:r>
          </a:p>
          <a:p>
            <a:pPr lvl="0"/>
            <a:r>
              <a:rPr lang="en-NL" dirty="0"/>
              <a:t>Chapter 7	#</a:t>
            </a:r>
          </a:p>
          <a:p>
            <a:pPr lvl="0"/>
            <a:r>
              <a:rPr lang="en-NL" dirty="0"/>
              <a:t>Chapter 8	#</a:t>
            </a:r>
          </a:p>
          <a:p>
            <a:pPr lvl="0"/>
            <a:r>
              <a:rPr lang="en-NL" dirty="0"/>
              <a:t>Chapter 9	#</a:t>
            </a:r>
          </a:p>
          <a:p>
            <a:pPr lvl="0"/>
            <a:r>
              <a:rPr lang="en-NL" dirty="0"/>
              <a:t>Chapter 10	#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AAF742-1481-2AEA-8F6E-1337960877BB}"/>
              </a:ext>
            </a:extLst>
          </p:cNvPr>
          <p:cNvSpPr txBox="1"/>
          <p:nvPr userDrawn="1"/>
        </p:nvSpPr>
        <p:spPr>
          <a:xfrm>
            <a:off x="-2160000" y="914400"/>
            <a:ext cx="1981200" cy="1197000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Use a tab to right-align the page number.</a:t>
            </a:r>
          </a:p>
          <a:p>
            <a:pPr lvl="0"/>
            <a:endParaRPr lang="en-GB" sz="10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Example:</a:t>
            </a:r>
          </a:p>
          <a:p>
            <a:pPr lvl="0"/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Chapter 1 </a:t>
            </a:r>
            <a:r>
              <a:rPr lang="en-GB" sz="1000" b="1" i="1" dirty="0">
                <a:solidFill>
                  <a:schemeClr val="tx1"/>
                </a:solidFill>
                <a:latin typeface="Aptos" panose="020B0004020202020204" pitchFamily="34" charset="0"/>
              </a:rPr>
              <a:t>[Tab]  </a:t>
            </a:r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01</a:t>
            </a:r>
            <a:endParaRPr lang="en-GB" sz="1000" b="0" dirty="0">
              <a:solidFill>
                <a:schemeClr val="tx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E998A63-A0E9-FC6B-000C-DC98B3358E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413" y="2333625"/>
            <a:ext cx="3047999" cy="3002882"/>
          </a:xfrm>
        </p:spPr>
        <p:txBody>
          <a:bodyPr/>
          <a:lstStyle>
            <a:lvl1pPr marL="0" indent="-270000">
              <a:buNone/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NL" dirty="0"/>
              <a:t>[Optional text]</a:t>
            </a:r>
          </a:p>
        </p:txBody>
      </p:sp>
    </p:spTree>
    <p:extLst>
      <p:ext uri="{BB962C8B-B14F-4D97-AF65-F5344CB8AC3E}">
        <p14:creationId xmlns:p14="http://schemas.microsoft.com/office/powerpoint/2010/main" val="108018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Bullet_Zachtblau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771885"/>
            <a:ext cx="3048000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[Table of contents]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4462E7-085F-204F-0911-B418BC44EE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4413" y="762000"/>
            <a:ext cx="5591175" cy="5588000"/>
          </a:xfrm>
        </p:spPr>
        <p:txBody>
          <a:bodyPr/>
          <a:lstStyle>
            <a:lvl1pPr marL="270000" indent="-270000">
              <a:lnSpc>
                <a:spcPct val="114000"/>
              </a:lnSpc>
              <a:buFont typeface="Arial" panose="020B0604020202020204" pitchFamily="34" charset="0"/>
              <a:buChar char="•"/>
              <a:tabLst>
                <a:tab pos="8280000" algn="r"/>
              </a:tabLst>
              <a:defRPr sz="2000" b="1"/>
            </a:lvl1pPr>
            <a:lvl2pPr>
              <a:tabLst>
                <a:tab pos="8280000" algn="r"/>
              </a:tabLst>
              <a:defRPr b="0"/>
            </a:lvl2pPr>
          </a:lstStyle>
          <a:p>
            <a:pPr lvl="0"/>
            <a:r>
              <a:rPr lang="en-NL" dirty="0"/>
              <a:t>Topic 1	#</a:t>
            </a:r>
          </a:p>
          <a:p>
            <a:pPr lvl="1"/>
            <a:r>
              <a:rPr lang="en-NL" dirty="0"/>
              <a:t>Topic level 2	#</a:t>
            </a:r>
          </a:p>
          <a:p>
            <a:pPr lvl="0"/>
            <a:r>
              <a:rPr lang="en-NL" dirty="0"/>
              <a:t>Topic 2	#</a:t>
            </a:r>
          </a:p>
          <a:p>
            <a:pPr lvl="1"/>
            <a:r>
              <a:rPr lang="en-NL" dirty="0"/>
              <a:t>Topic level 2	#</a:t>
            </a:r>
          </a:p>
          <a:p>
            <a:pPr lvl="0"/>
            <a:r>
              <a:rPr lang="en-NL" dirty="0"/>
              <a:t>Topic 3	#</a:t>
            </a:r>
          </a:p>
          <a:p>
            <a:pPr lvl="0"/>
            <a:r>
              <a:rPr lang="en-NL" dirty="0"/>
              <a:t>Topic 4	#</a:t>
            </a:r>
          </a:p>
          <a:p>
            <a:pPr lvl="0"/>
            <a:r>
              <a:rPr lang="en-NL" dirty="0"/>
              <a:t>Topic 5	#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8A9E7-EE40-9AB8-93CD-868825627F24}"/>
              </a:ext>
            </a:extLst>
          </p:cNvPr>
          <p:cNvSpPr txBox="1"/>
          <p:nvPr userDrawn="1"/>
        </p:nvSpPr>
        <p:spPr>
          <a:xfrm>
            <a:off x="-2160000" y="914400"/>
            <a:ext cx="1981200" cy="1197000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Use a tab to right-align the page number.</a:t>
            </a:r>
          </a:p>
          <a:p>
            <a:pPr lvl="0"/>
            <a:endParaRPr lang="en-GB" sz="10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Example:</a:t>
            </a:r>
          </a:p>
          <a:p>
            <a:pPr lvl="0"/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Chapter 1 </a:t>
            </a:r>
            <a:r>
              <a:rPr lang="en-GB" sz="1000" b="1" i="1" dirty="0">
                <a:solidFill>
                  <a:schemeClr val="tx1"/>
                </a:solidFill>
                <a:latin typeface="Aptos" panose="020B0004020202020204" pitchFamily="34" charset="0"/>
              </a:rPr>
              <a:t>[Tab]  </a:t>
            </a:r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01</a:t>
            </a:r>
            <a:endParaRPr lang="en-GB" sz="1000" b="0" dirty="0">
              <a:solidFill>
                <a:schemeClr val="tx1"/>
              </a:solidFill>
            </a:endParaRP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092A6E8-025A-D589-173F-22AE2B031B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413" y="2333625"/>
            <a:ext cx="3047999" cy="3002882"/>
          </a:xfrm>
        </p:spPr>
        <p:txBody>
          <a:bodyPr/>
          <a:lstStyle>
            <a:lvl1pPr marL="0" indent="-270000">
              <a:buNone/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NL" dirty="0"/>
              <a:t>[Optional text]</a:t>
            </a:r>
          </a:p>
        </p:txBody>
      </p:sp>
    </p:spTree>
    <p:extLst>
      <p:ext uri="{BB962C8B-B14F-4D97-AF65-F5344CB8AC3E}">
        <p14:creationId xmlns:p14="http://schemas.microsoft.com/office/powerpoint/2010/main" val="3078891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Bullet_Zachtroz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771885"/>
            <a:ext cx="3048000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accent3"/>
                </a:solidFill>
              </a:defRPr>
            </a:lvl1pPr>
          </a:lstStyle>
          <a:p>
            <a:r>
              <a:rPr lang="en-NL" dirty="0"/>
              <a:t>[Table of contents]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[Add footer text via: Insert → Header &amp; Footer]</a:t>
            </a:r>
            <a:endParaRPr lang="en-GB" dirty="0">
              <a:solidFill>
                <a:schemeClr val="accent3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algn="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4462E7-085F-204F-0911-B418BC44EE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4413" y="762000"/>
            <a:ext cx="5591175" cy="5588000"/>
          </a:xfrm>
        </p:spPr>
        <p:txBody>
          <a:bodyPr/>
          <a:lstStyle>
            <a:lvl1pPr marL="270000" indent="-270000">
              <a:lnSpc>
                <a:spcPct val="114000"/>
              </a:lnSpc>
              <a:buFont typeface="Arial" panose="020B0604020202020204" pitchFamily="34" charset="0"/>
              <a:buChar char="•"/>
              <a:tabLst>
                <a:tab pos="8280000" algn="r"/>
              </a:tabLst>
              <a:defRPr sz="2000" b="1">
                <a:solidFill>
                  <a:schemeClr val="accent3"/>
                </a:solidFill>
              </a:defRPr>
            </a:lvl1pPr>
            <a:lvl2pPr>
              <a:tabLst>
                <a:tab pos="8280000" algn="r"/>
              </a:tabLst>
              <a:defRPr b="0">
                <a:solidFill>
                  <a:schemeClr val="accent3"/>
                </a:solidFill>
              </a:defRPr>
            </a:lvl2pPr>
          </a:lstStyle>
          <a:p>
            <a:pPr lvl="0"/>
            <a:r>
              <a:rPr lang="en-NL" dirty="0"/>
              <a:t>Chapter 1	#</a:t>
            </a:r>
          </a:p>
          <a:p>
            <a:pPr lvl="1"/>
            <a:r>
              <a:rPr lang="en-NL" dirty="0"/>
              <a:t>Chapter level 2	#</a:t>
            </a:r>
          </a:p>
          <a:p>
            <a:pPr lvl="0"/>
            <a:r>
              <a:rPr lang="en-NL" dirty="0"/>
              <a:t>Chatper 2	#</a:t>
            </a:r>
          </a:p>
          <a:p>
            <a:pPr lvl="1"/>
            <a:r>
              <a:rPr lang="en-NL" dirty="0"/>
              <a:t>Chapter level 2	#</a:t>
            </a:r>
          </a:p>
          <a:p>
            <a:pPr lvl="0"/>
            <a:r>
              <a:rPr lang="en-NL" dirty="0"/>
              <a:t>Chatper 3	#</a:t>
            </a:r>
          </a:p>
          <a:p>
            <a:pPr lvl="0"/>
            <a:r>
              <a:rPr lang="en-NL" dirty="0"/>
              <a:t>Chapter 4	#</a:t>
            </a:r>
          </a:p>
          <a:p>
            <a:pPr lvl="0"/>
            <a:r>
              <a:rPr lang="en-NL" dirty="0"/>
              <a:t>Chapter 5	#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8A9E7-EE40-9AB8-93CD-868825627F24}"/>
              </a:ext>
            </a:extLst>
          </p:cNvPr>
          <p:cNvSpPr txBox="1"/>
          <p:nvPr userDrawn="1"/>
        </p:nvSpPr>
        <p:spPr>
          <a:xfrm>
            <a:off x="-2160000" y="914400"/>
            <a:ext cx="1981200" cy="1197000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Use a tab to right-align the page number.</a:t>
            </a:r>
          </a:p>
          <a:p>
            <a:pPr lvl="0"/>
            <a:endParaRPr lang="en-GB" sz="10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Example:</a:t>
            </a:r>
          </a:p>
          <a:p>
            <a:pPr lvl="0"/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Chapter 1 </a:t>
            </a:r>
            <a:r>
              <a:rPr lang="en-GB" sz="1000" b="1" i="1" dirty="0">
                <a:solidFill>
                  <a:schemeClr val="tx1"/>
                </a:solidFill>
                <a:latin typeface="Aptos" panose="020B0004020202020204" pitchFamily="34" charset="0"/>
              </a:rPr>
              <a:t>[Tab]  </a:t>
            </a:r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01</a:t>
            </a:r>
            <a:endParaRPr lang="en-GB" sz="1000" b="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205498-242B-4E5F-6DC0-336C427E63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41DD8BB-A4A4-F877-B94F-5F96D9A4E7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413" y="2333625"/>
            <a:ext cx="3047999" cy="3002882"/>
          </a:xfrm>
        </p:spPr>
        <p:txBody>
          <a:bodyPr/>
          <a:lstStyle>
            <a:lvl1pPr marL="0" indent="-270000">
              <a:buNone/>
              <a:defRPr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NL" dirty="0"/>
              <a:t>[Optional text]</a:t>
            </a:r>
          </a:p>
        </p:txBody>
      </p:sp>
    </p:spTree>
    <p:extLst>
      <p:ext uri="{BB962C8B-B14F-4D97-AF65-F5344CB8AC3E}">
        <p14:creationId xmlns:p14="http://schemas.microsoft.com/office/powerpoint/2010/main" val="2967302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Bullet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771885"/>
            <a:ext cx="3048000" cy="10559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[Table of contents]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4462E7-085F-204F-0911-B418BC44EE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4413" y="762000"/>
            <a:ext cx="5591175" cy="5588000"/>
          </a:xfrm>
        </p:spPr>
        <p:txBody>
          <a:bodyPr/>
          <a:lstStyle>
            <a:lvl1pPr marL="270000" indent="-270000">
              <a:lnSpc>
                <a:spcPct val="114000"/>
              </a:lnSpc>
              <a:buFont typeface="Arial" panose="020B0604020202020204" pitchFamily="34" charset="0"/>
              <a:buChar char="•"/>
              <a:tabLst>
                <a:tab pos="8280000" algn="r"/>
              </a:tabLst>
              <a:defRPr sz="2000" b="1"/>
            </a:lvl1pPr>
            <a:lvl2pPr>
              <a:tabLst>
                <a:tab pos="8280000" algn="r"/>
              </a:tabLst>
              <a:defRPr b="0"/>
            </a:lvl2pPr>
          </a:lstStyle>
          <a:p>
            <a:pPr lvl="0"/>
            <a:r>
              <a:rPr lang="en-NL" dirty="0"/>
              <a:t>Chapter 1	#</a:t>
            </a:r>
          </a:p>
          <a:p>
            <a:pPr lvl="1"/>
            <a:r>
              <a:rPr lang="en-NL" dirty="0"/>
              <a:t>Chapter level 2	#</a:t>
            </a:r>
          </a:p>
          <a:p>
            <a:pPr lvl="0"/>
            <a:r>
              <a:rPr lang="en-NL" dirty="0"/>
              <a:t>Chatper 2	#</a:t>
            </a:r>
          </a:p>
          <a:p>
            <a:pPr lvl="1"/>
            <a:r>
              <a:rPr lang="en-NL" dirty="0"/>
              <a:t>Chapter level 2	#</a:t>
            </a:r>
          </a:p>
          <a:p>
            <a:pPr lvl="0"/>
            <a:r>
              <a:rPr lang="en-NL" dirty="0"/>
              <a:t>Chatper 3	#</a:t>
            </a:r>
          </a:p>
          <a:p>
            <a:pPr lvl="0"/>
            <a:r>
              <a:rPr lang="en-NL" dirty="0"/>
              <a:t>Chapter 4	#</a:t>
            </a:r>
          </a:p>
          <a:p>
            <a:pPr lvl="0"/>
            <a:r>
              <a:rPr lang="en-NL" dirty="0"/>
              <a:t>Chapter 5	#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8A9E7-EE40-9AB8-93CD-868825627F24}"/>
              </a:ext>
            </a:extLst>
          </p:cNvPr>
          <p:cNvSpPr txBox="1"/>
          <p:nvPr userDrawn="1"/>
        </p:nvSpPr>
        <p:spPr>
          <a:xfrm>
            <a:off x="-2160000" y="914400"/>
            <a:ext cx="1981200" cy="1197000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Use a tab to right-align the page number.</a:t>
            </a:r>
          </a:p>
          <a:p>
            <a:pPr lvl="0"/>
            <a:endParaRPr lang="en-GB" sz="10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Example:</a:t>
            </a:r>
          </a:p>
          <a:p>
            <a:pPr lvl="0"/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Chapter 1 </a:t>
            </a:r>
            <a:r>
              <a:rPr lang="en-GB" sz="1000" b="1" i="1" dirty="0">
                <a:solidFill>
                  <a:schemeClr val="tx1"/>
                </a:solidFill>
                <a:latin typeface="Aptos" panose="020B0004020202020204" pitchFamily="34" charset="0"/>
              </a:rPr>
              <a:t>[Tab]  </a:t>
            </a:r>
            <a:r>
              <a:rPr lang="en-GB" sz="1000" b="0" dirty="0">
                <a:solidFill>
                  <a:schemeClr val="tx1"/>
                </a:solidFill>
                <a:latin typeface="Aptos" panose="020B0004020202020204" pitchFamily="34" charset="0"/>
              </a:rPr>
              <a:t>01</a:t>
            </a:r>
            <a:endParaRPr lang="en-GB" sz="1000" b="0" dirty="0">
              <a:solidFill>
                <a:schemeClr val="tx1"/>
              </a:solidFill>
            </a:endParaRP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5E369211-D651-93E0-104D-55392C9069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413" y="2333625"/>
            <a:ext cx="3047999" cy="3002882"/>
          </a:xfrm>
        </p:spPr>
        <p:txBody>
          <a:bodyPr/>
          <a:lstStyle>
            <a:lvl1pPr marL="0" indent="-270000">
              <a:buNone/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NL" dirty="0"/>
              <a:t>[Optional text]</a:t>
            </a:r>
          </a:p>
        </p:txBody>
      </p:sp>
    </p:spTree>
    <p:extLst>
      <p:ext uri="{BB962C8B-B14F-4D97-AF65-F5344CB8AC3E}">
        <p14:creationId xmlns:p14="http://schemas.microsoft.com/office/powerpoint/2010/main" val="1849891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_Staal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8636000" y="0"/>
            <a:ext cx="355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7621585" cy="1209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0" y="762000"/>
            <a:ext cx="2540000" cy="1219200"/>
          </a:xfrm>
        </p:spPr>
        <p:txBody>
          <a:bodyPr/>
          <a:lstStyle>
            <a:lvl1pPr indent="-27000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NL" dirty="0"/>
              <a:t>[Sidebar]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9E7618C-6E76-2A58-BBE2-559A2739C1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3" y="2487613"/>
            <a:ext cx="7621587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CA78E0-61A5-4808-3EFC-D1835926FA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0" y="2487613"/>
            <a:ext cx="2540000" cy="2851004"/>
          </a:xfrm>
        </p:spPr>
        <p:txBody>
          <a:bodyPr/>
          <a:lstStyle>
            <a:lvl1pPr marL="0" indent="-270000">
              <a:buNone/>
              <a:defRPr>
                <a:solidFill>
                  <a:schemeClr val="bg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bg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bg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370500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_Zachtblauw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8636000" y="0"/>
            <a:ext cx="355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7621585" cy="1209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0" y="762000"/>
            <a:ext cx="2540000" cy="1219200"/>
          </a:xfrm>
        </p:spPr>
        <p:txBody>
          <a:bodyPr/>
          <a:lstStyle>
            <a:lvl1pPr indent="-270000">
              <a:buNone/>
              <a:defRPr sz="2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NL" dirty="0"/>
              <a:t>[Sidebar]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516A6E48-E40E-1F8E-C0DF-B1C7E2DF3A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3" y="2487613"/>
            <a:ext cx="7621587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B9A2A2-4927-5262-28A6-1EA41979C9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0" y="2487613"/>
            <a:ext cx="2540000" cy="2851004"/>
          </a:xfrm>
        </p:spPr>
        <p:txBody>
          <a:bodyPr/>
          <a:lstStyle>
            <a:lvl1pPr marL="0" indent="-270000">
              <a:buNone/>
              <a:defRPr>
                <a:solidFill>
                  <a:schemeClr val="bg2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bg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bg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320025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_Aardebrui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8636000" y="0"/>
            <a:ext cx="355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7621585" cy="120931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>
                <a:solidFill>
                  <a:schemeClr val="accent3"/>
                </a:solidFill>
              </a:rPr>
              <a:t>[Add footer text via: Insert → Header &amp; Footer]</a:t>
            </a:r>
            <a:endParaRPr lang="en-NL" dirty="0">
              <a:solidFill>
                <a:schemeClr val="accent3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 algn="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0" y="762000"/>
            <a:ext cx="2540000" cy="1219200"/>
          </a:xfrm>
        </p:spPr>
        <p:txBody>
          <a:bodyPr/>
          <a:lstStyle>
            <a:lvl1pPr indent="-270000">
              <a:buNone/>
              <a:defRPr sz="2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NL" dirty="0"/>
              <a:t>[Sidebar]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374A884-4EB9-D931-A2F3-9BC072A93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A595681-452E-5C58-57C6-871CE3104D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3" y="2487613"/>
            <a:ext cx="7621587" cy="2851004"/>
          </a:xfrm>
        </p:spPr>
        <p:txBody>
          <a:bodyPr/>
          <a:lstStyle>
            <a:lvl1pPr marL="0" indent="-270000">
              <a:defRPr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559CCC-150A-0924-9D4F-4870DBC6EE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0" y="2487613"/>
            <a:ext cx="2540000" cy="2851004"/>
          </a:xfrm>
        </p:spPr>
        <p:txBody>
          <a:bodyPr/>
          <a:lstStyle>
            <a:lvl1pPr marL="0" indent="-270000">
              <a:buNone/>
              <a:defRPr>
                <a:solidFill>
                  <a:schemeClr val="accent4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bg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bg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562008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_Nachtgro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8636000" y="0"/>
            <a:ext cx="355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7621585" cy="12093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>
                <a:solidFill>
                  <a:schemeClr val="accent1"/>
                </a:solidFill>
              </a:rPr>
              <a:t>[Add footer text via: Insert → Header &amp; Footer]</a:t>
            </a:r>
            <a:endParaRPr lang="en-NL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algn="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0" y="762000"/>
            <a:ext cx="2540000" cy="1219200"/>
          </a:xfrm>
        </p:spPr>
        <p:txBody>
          <a:bodyPr/>
          <a:lstStyle>
            <a:lvl1pPr indent="-270000"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NL" dirty="0"/>
              <a:t>[Sidebar]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FDA3BFD-C991-B66B-D1C8-3FD590799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E7C3D51-18B1-A822-0EB4-336C097B37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3" y="2487613"/>
            <a:ext cx="7621587" cy="2851004"/>
          </a:xfrm>
        </p:spPr>
        <p:txBody>
          <a:bodyPr/>
          <a:lstStyle>
            <a:lvl1pPr marL="0" indent="-270000">
              <a:defRPr>
                <a:solidFill>
                  <a:schemeClr val="accent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accent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accent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7D27104-093E-9936-8F5A-C56B8E9ECC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0" y="2487613"/>
            <a:ext cx="2540000" cy="2851004"/>
          </a:xfrm>
        </p:spPr>
        <p:txBody>
          <a:bodyPr/>
          <a:lstStyle>
            <a:lvl1pPr marL="0" indent="-270000">
              <a:buNone/>
              <a:defRPr>
                <a:solidFill>
                  <a:schemeClr val="accent2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bg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bg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898545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8636000" y="0"/>
            <a:ext cx="355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7621585" cy="1209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 algn="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0" y="762000"/>
            <a:ext cx="2540000" cy="1219200"/>
          </a:xfrm>
        </p:spPr>
        <p:txBody>
          <a:bodyPr/>
          <a:lstStyle>
            <a:lvl1pPr indent="-270000">
              <a:buNone/>
              <a:defRPr sz="2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NL" dirty="0"/>
              <a:t>[Sidebar]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0628708-6635-E2CF-AE5A-F11A13F39C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3" y="2487613"/>
            <a:ext cx="7621587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07FC0C-5912-51B0-AD63-EDAA9C2B25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0" y="2487613"/>
            <a:ext cx="2540000" cy="2851004"/>
          </a:xfrm>
        </p:spPr>
        <p:txBody>
          <a:bodyPr/>
          <a:lstStyle>
            <a:lvl1pPr marL="0" indent="-270000">
              <a:buNone/>
              <a:defRPr>
                <a:solidFill>
                  <a:schemeClr val="accent6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bg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bg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71490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_Wi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 flipH="1">
            <a:off x="3554412" y="0"/>
            <a:ext cx="86375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771885"/>
            <a:ext cx="2540000" cy="12093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NL" dirty="0"/>
              <a:t>[Sidebar]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762000"/>
            <a:ext cx="7621587" cy="1219200"/>
          </a:xfrm>
        </p:spPr>
        <p:txBody>
          <a:bodyPr/>
          <a:lstStyle>
            <a:lvl1pPr indent="-270000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NL" dirty="0"/>
              <a:t>[Title]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EB7DA9F-B9D9-71AB-ED6D-53B88A2CBB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300FE0C-DC06-0DDA-0901-37DE5C9FC9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6413" y="2487613"/>
            <a:ext cx="2540000" cy="2851004"/>
          </a:xfrm>
        </p:spPr>
        <p:txBody>
          <a:bodyPr/>
          <a:lstStyle>
            <a:lvl1pPr marL="0" indent="-270000">
              <a:buNone/>
              <a:defRPr>
                <a:solidFill>
                  <a:schemeClr val="bg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bg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bg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119F1E04-F8DC-0774-AACA-48FC765561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5003" y="2487613"/>
            <a:ext cx="7621587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09739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_Staalblau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 flipH="1">
            <a:off x="3554412" y="0"/>
            <a:ext cx="863758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771885"/>
            <a:ext cx="2540000" cy="120931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NL" dirty="0"/>
              <a:t>[Sidebar]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762000"/>
            <a:ext cx="7621587" cy="1219200"/>
          </a:xfrm>
        </p:spPr>
        <p:txBody>
          <a:bodyPr/>
          <a:lstStyle>
            <a:lvl1pPr indent="-270000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NL" dirty="0"/>
              <a:t>[Title]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B973456-78BB-40D8-C587-109C9C1E43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44226C4-A1C1-C40E-C335-BD53EDBBF2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6413" y="2487613"/>
            <a:ext cx="2540000" cy="2851004"/>
          </a:xfrm>
        </p:spPr>
        <p:txBody>
          <a:bodyPr/>
          <a:lstStyle>
            <a:lvl1pPr marL="0" indent="-270000">
              <a:buNone/>
              <a:defRPr>
                <a:solidFill>
                  <a:schemeClr val="bg2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bg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bg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E1E21C3-FF68-D3A7-F165-AE029DED1C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5003" y="2487613"/>
            <a:ext cx="7621587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53497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_Aardebru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 flipH="1">
            <a:off x="3554412" y="0"/>
            <a:ext cx="863758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771885"/>
            <a:ext cx="2540000" cy="120931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NL" dirty="0"/>
              <a:t>[Sidebar]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762000"/>
            <a:ext cx="7621587" cy="1219200"/>
          </a:xfrm>
        </p:spPr>
        <p:txBody>
          <a:bodyPr/>
          <a:lstStyle>
            <a:lvl1pPr indent="-270000"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NL" dirty="0"/>
              <a:t>[Title]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2FB0C9F-6A4C-869A-E17A-7BE976C82E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CD1A05C-F9E5-2932-56FB-220BFD87A3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6413" y="2487613"/>
            <a:ext cx="2540000" cy="2851004"/>
          </a:xfrm>
        </p:spPr>
        <p:txBody>
          <a:bodyPr/>
          <a:lstStyle>
            <a:lvl1pPr marL="0" indent="-270000">
              <a:buNone/>
              <a:defRPr>
                <a:solidFill>
                  <a:schemeClr val="accent4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bg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bg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CE1929D1-9DD2-4392-452D-A4A92E5993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5003" y="2487613"/>
            <a:ext cx="7621587" cy="2851004"/>
          </a:xfrm>
        </p:spPr>
        <p:txBody>
          <a:bodyPr/>
          <a:lstStyle>
            <a:lvl1pPr marL="0" indent="-270000">
              <a:defRPr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36572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_Nachtgro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 flipH="1">
            <a:off x="3554412" y="0"/>
            <a:ext cx="86375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771885"/>
            <a:ext cx="2540000" cy="120931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NL" dirty="0"/>
              <a:t>[Sidebar]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762000"/>
            <a:ext cx="7621587" cy="1219200"/>
          </a:xfrm>
        </p:spPr>
        <p:txBody>
          <a:bodyPr/>
          <a:lstStyle>
            <a:lvl1pPr indent="-270000"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NL" dirty="0"/>
              <a:t>[Title]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21BA6CF-B193-B8ED-7213-DA1E7626BA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27F361C-6559-2C3B-B142-9AD09BE533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6413" y="2487613"/>
            <a:ext cx="2540000" cy="2851004"/>
          </a:xfrm>
        </p:spPr>
        <p:txBody>
          <a:bodyPr/>
          <a:lstStyle>
            <a:lvl1pPr marL="0" indent="-270000">
              <a:buNone/>
              <a:defRPr>
                <a:solidFill>
                  <a:schemeClr val="bg2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bg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bg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C139D84-9588-E9C7-132B-BA91A03AC2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5003" y="2487613"/>
            <a:ext cx="7621587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12045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_Botergee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 flipH="1">
            <a:off x="3554412" y="0"/>
            <a:ext cx="863758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771885"/>
            <a:ext cx="2540000" cy="120931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NL" dirty="0"/>
              <a:t>[Sidebar]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CB02D-4627-A8E6-AE53-A2D0941CE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413" y="762000"/>
            <a:ext cx="7621587" cy="1219200"/>
          </a:xfrm>
        </p:spPr>
        <p:txBody>
          <a:bodyPr/>
          <a:lstStyle>
            <a:lvl1pPr indent="-270000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NL" dirty="0"/>
              <a:t>[Title]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3B3F8B-5226-3EE9-29C8-FE3C8CA195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1A9969B-F9CE-D7DE-F5B7-AFEB480F9C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6413" y="2487613"/>
            <a:ext cx="2540000" cy="2851004"/>
          </a:xfrm>
        </p:spPr>
        <p:txBody>
          <a:bodyPr/>
          <a:lstStyle>
            <a:lvl1pPr marL="0" indent="-270000">
              <a:buNone/>
              <a:defRPr>
                <a:solidFill>
                  <a:schemeClr val="accent6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bg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bg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[Optional text]</a:t>
            </a:r>
            <a:endParaRPr lang="en-NL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DC66DBB8-32FE-33D2-A9A5-3A2E9505C0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5003" y="2487613"/>
            <a:ext cx="7621587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39255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Portrait IMG_Zachtblau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5079999" cy="1209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06EA1F-3AE8-F970-6A4B-B304BA89AA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04000" y="506413"/>
            <a:ext cx="5080000" cy="5843587"/>
          </a:xfrm>
          <a:prstGeom prst="roundRect">
            <a:avLst>
              <a:gd name="adj" fmla="val 5076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A2832D-D4B9-1F9E-7C79-C7503277CC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3838" y="5634528"/>
            <a:ext cx="2407962" cy="464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tIns="72000" rIns="180000" bIns="72000" anchor="ctr" anchorCtr="0">
            <a:spAutoFit/>
          </a:bodyPr>
          <a:lstStyle>
            <a:lvl1pPr indent="-270000">
              <a:buNone/>
              <a:defRPr sz="1200"/>
            </a:lvl1pPr>
          </a:lstStyle>
          <a:p>
            <a:pPr lvl="0"/>
            <a:r>
              <a:rPr lang="en-NL" dirty="0"/>
              <a:t>[Image description, optional]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84622EA-24D2-4309-A51A-C053CC46AC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6414" y="2487613"/>
            <a:ext cx="5588000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4617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Portrait IMG_Zachtroz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5079999" cy="120931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>
                <a:solidFill>
                  <a:schemeClr val="accent3"/>
                </a:solidFill>
              </a:rPr>
              <a:t>[Add footer text via: Insert → Header &amp; Footer]</a:t>
            </a:r>
            <a:endParaRPr lang="en-NL" dirty="0">
              <a:solidFill>
                <a:schemeClr val="accent3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06EA1F-3AE8-F970-6A4B-B304BA89AA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04000" y="506413"/>
            <a:ext cx="5080000" cy="5843587"/>
          </a:xfrm>
          <a:prstGeom prst="roundRect">
            <a:avLst>
              <a:gd name="adj" fmla="val 5076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A2832D-D4B9-1F9E-7C79-C7503277CC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3838" y="5634528"/>
            <a:ext cx="2407962" cy="464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tIns="72000" rIns="180000" bIns="72000" anchor="ctr" anchorCtr="0">
            <a:spAutoFit/>
          </a:bodyPr>
          <a:lstStyle>
            <a:lvl1pPr indent="-270000">
              <a:buNone/>
              <a:defRPr sz="1200"/>
            </a:lvl1pPr>
          </a:lstStyle>
          <a:p>
            <a:pPr lvl="0"/>
            <a:r>
              <a:rPr lang="en-NL" dirty="0"/>
              <a:t>[Image description, optional]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545F527-1A91-9EAE-339E-E194F842FF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2209BFEC-6747-BD00-B78B-02F01BA8E5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6414" y="2487613"/>
            <a:ext cx="5588000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30974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Portrait IMG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5079999" cy="1209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06EA1F-3AE8-F970-6A4B-B304BA89AA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04000" y="506413"/>
            <a:ext cx="5080000" cy="5843587"/>
          </a:xfrm>
          <a:prstGeom prst="roundRect">
            <a:avLst>
              <a:gd name="adj" fmla="val 5076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A2832D-D4B9-1F9E-7C79-C7503277CC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3838" y="5634528"/>
            <a:ext cx="2407962" cy="464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tIns="72000" rIns="180000" bIns="72000" anchor="ctr" anchorCtr="0">
            <a:spAutoFit/>
          </a:bodyPr>
          <a:lstStyle>
            <a:lvl1pPr indent="-270000">
              <a:buNone/>
              <a:defRPr sz="1200"/>
            </a:lvl1pPr>
          </a:lstStyle>
          <a:p>
            <a:pPr lvl="0"/>
            <a:r>
              <a:rPr lang="en-NL" dirty="0"/>
              <a:t>[Image description, optional]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1B42534-A824-1990-041C-76FB411E7F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6414" y="2487613"/>
            <a:ext cx="5588000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87393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Landscape IMG_Zachtblau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2A6CEB5B-A21A-F4F9-BC3F-88DAB06C29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62413" y="2153131"/>
            <a:ext cx="7621587" cy="4198455"/>
          </a:xfrm>
          <a:prstGeom prst="roundRect">
            <a:avLst>
              <a:gd name="adj" fmla="val 6679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1177587" cy="86177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A2832D-D4B9-1F9E-7C79-C7503277CC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13" y="5634528"/>
            <a:ext cx="2407962" cy="464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tIns="72000" rIns="180000" bIns="72000" anchor="ctr" anchorCtr="0">
            <a:spAutoFit/>
          </a:bodyPr>
          <a:lstStyle>
            <a:lvl1pPr indent="-270000">
              <a:buNone/>
              <a:defRPr sz="1200"/>
            </a:lvl1pPr>
          </a:lstStyle>
          <a:p>
            <a:pPr lvl="0"/>
            <a:r>
              <a:rPr lang="en-NL" dirty="0"/>
              <a:t>[Image description, optional]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E0386A9-D6FC-228E-4B42-01006ECD1F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2" y="2153131"/>
            <a:ext cx="3048001" cy="3185486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37747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Landscape IMG_Zachtroz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2A6CEB5B-A21A-F4F9-BC3F-88DAB06C29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62413" y="2153131"/>
            <a:ext cx="7621587" cy="4198455"/>
          </a:xfrm>
          <a:prstGeom prst="roundRect">
            <a:avLst>
              <a:gd name="adj" fmla="val 6679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1177587" cy="861774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>
                <a:solidFill>
                  <a:schemeClr val="accent3"/>
                </a:solidFill>
              </a:rPr>
              <a:t>[Add footer text via: Insert → Header &amp; Footer]</a:t>
            </a:r>
            <a:endParaRPr lang="en-NL" dirty="0">
              <a:solidFill>
                <a:schemeClr val="accent3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A2832D-D4B9-1F9E-7C79-C7503277CC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13" y="5634528"/>
            <a:ext cx="2407962" cy="464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tIns="72000" rIns="180000" bIns="72000" anchor="ctr" anchorCtr="0">
            <a:spAutoFit/>
          </a:bodyPr>
          <a:lstStyle>
            <a:lvl1pPr indent="-270000">
              <a:buNone/>
              <a:defRPr sz="1200"/>
            </a:lvl1pPr>
          </a:lstStyle>
          <a:p>
            <a:pPr lvl="0"/>
            <a:r>
              <a:rPr lang="en-NL" dirty="0"/>
              <a:t>[Image description, optional]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31BCCD3-8F94-64C8-BE21-669E3274A2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D131BCF1-A091-96A1-796A-F9C5D10E5A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2" y="2153131"/>
            <a:ext cx="3048001" cy="3185486"/>
          </a:xfrm>
        </p:spPr>
        <p:txBody>
          <a:bodyPr/>
          <a:lstStyle>
            <a:lvl1pPr marL="0" indent="-270000">
              <a:defRPr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50801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Landscape IMG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2A6CEB5B-A21A-F4F9-BC3F-88DAB06C29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62413" y="2153131"/>
            <a:ext cx="7621587" cy="4198455"/>
          </a:xfrm>
          <a:prstGeom prst="roundRect">
            <a:avLst>
              <a:gd name="adj" fmla="val 6679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1177587" cy="86177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A2832D-D4B9-1F9E-7C79-C7503277CC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13" y="5634528"/>
            <a:ext cx="2407962" cy="464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tIns="72000" rIns="180000" bIns="72000" anchor="ctr" anchorCtr="0">
            <a:spAutoFit/>
          </a:bodyPr>
          <a:lstStyle>
            <a:lvl1pPr indent="-270000">
              <a:buNone/>
              <a:defRPr sz="1200"/>
            </a:lvl1pPr>
          </a:lstStyle>
          <a:p>
            <a:pPr lvl="0"/>
            <a:r>
              <a:rPr lang="en-NL" dirty="0"/>
              <a:t>[Image description, optional]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885A0BC1-1D3D-EA1D-1149-FBF6FAF262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2" y="2153131"/>
            <a:ext cx="3048001" cy="3185486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48841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 IMG_Zachtblau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2A6CEB5B-A21A-F4F9-BC3F-88DAB06C29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04000" y="3556799"/>
            <a:ext cx="5080000" cy="2794787"/>
          </a:xfrm>
          <a:prstGeom prst="roundRect">
            <a:avLst>
              <a:gd name="adj" fmla="val 10812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5079999" cy="1209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06EA1F-3AE8-F970-6A4B-B304BA89AA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04000" y="506414"/>
            <a:ext cx="5080000" cy="2794786"/>
          </a:xfrm>
          <a:prstGeom prst="roundRect">
            <a:avLst>
              <a:gd name="adj" fmla="val 9750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A2832D-D4B9-1F9E-7C79-C7503277CC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3838" y="5634528"/>
            <a:ext cx="2407962" cy="464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tIns="72000" rIns="180000" bIns="72000" anchor="ctr" anchorCtr="0">
            <a:spAutoFit/>
          </a:bodyPr>
          <a:lstStyle>
            <a:lvl1pPr indent="-270000">
              <a:buNone/>
              <a:defRPr sz="1200"/>
            </a:lvl1pPr>
          </a:lstStyle>
          <a:p>
            <a:pPr lvl="0"/>
            <a:r>
              <a:rPr lang="en-NL" dirty="0"/>
              <a:t>[Image description, optional]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B167BAD-D928-1AAF-9E95-9650E774FD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63838" y="2600895"/>
            <a:ext cx="2407962" cy="464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tIns="72000" rIns="180000" bIns="72000" anchor="ctr" anchorCtr="0">
            <a:spAutoFit/>
          </a:bodyPr>
          <a:lstStyle>
            <a:lvl1pPr indent="-270000">
              <a:buNone/>
              <a:defRPr sz="1200"/>
            </a:lvl1pPr>
          </a:lstStyle>
          <a:p>
            <a:pPr lvl="0"/>
            <a:r>
              <a:rPr lang="en-NL" dirty="0"/>
              <a:t>[Image description, optional]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5AF7CF5-6B08-E4C6-5BE5-16F4A215E3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6413" y="2487613"/>
            <a:ext cx="5079999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97070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 IMG_Zachtroz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2A6CEB5B-A21A-F4F9-BC3F-88DAB06C29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04000" y="3556799"/>
            <a:ext cx="5080000" cy="2794787"/>
          </a:xfrm>
          <a:prstGeom prst="roundRect">
            <a:avLst>
              <a:gd name="adj" fmla="val 10812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5079999" cy="120931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>
                <a:solidFill>
                  <a:schemeClr val="accent3"/>
                </a:solidFill>
              </a:rPr>
              <a:t>[Add footer text via: Insert → Header &amp; Footer]</a:t>
            </a:r>
            <a:endParaRPr lang="en-NL" dirty="0">
              <a:solidFill>
                <a:schemeClr val="accent3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06EA1F-3AE8-F970-6A4B-B304BA89AA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04000" y="506414"/>
            <a:ext cx="5080000" cy="2794786"/>
          </a:xfrm>
          <a:prstGeom prst="roundRect">
            <a:avLst>
              <a:gd name="adj" fmla="val 9750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A2832D-D4B9-1F9E-7C79-C7503277CC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3838" y="5634528"/>
            <a:ext cx="2407962" cy="464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tIns="72000" rIns="180000" bIns="72000" anchor="ctr" anchorCtr="0">
            <a:spAutoFit/>
          </a:bodyPr>
          <a:lstStyle>
            <a:lvl1pPr indent="-270000">
              <a:buNone/>
              <a:defRPr sz="1200"/>
            </a:lvl1pPr>
          </a:lstStyle>
          <a:p>
            <a:pPr lvl="0"/>
            <a:r>
              <a:rPr lang="en-NL" dirty="0"/>
              <a:t>[Image description, optional]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B167BAD-D928-1AAF-9E95-9650E774FD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63838" y="2600895"/>
            <a:ext cx="2407962" cy="464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tIns="72000" rIns="180000" bIns="72000" anchor="ctr" anchorCtr="0">
            <a:spAutoFit/>
          </a:bodyPr>
          <a:lstStyle>
            <a:lvl1pPr indent="-270000">
              <a:buNone/>
              <a:defRPr sz="1200"/>
            </a:lvl1pPr>
          </a:lstStyle>
          <a:p>
            <a:pPr lvl="0"/>
            <a:r>
              <a:rPr lang="en-NL" dirty="0"/>
              <a:t>[Image description, optional]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0DF6266-3FC5-9742-224F-4604F85009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C4F14C0-B1BC-01DF-EB0F-B6F0E68AC7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6413" y="2487613"/>
            <a:ext cx="5079999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43434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 IMG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2A6CEB5B-A21A-F4F9-BC3F-88DAB06C29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04000" y="3556799"/>
            <a:ext cx="5080000" cy="2794787"/>
          </a:xfrm>
          <a:prstGeom prst="roundRect">
            <a:avLst>
              <a:gd name="adj" fmla="val 10812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5079999" cy="1209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06EA1F-3AE8-F970-6A4B-B304BA89AA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04000" y="506414"/>
            <a:ext cx="5080000" cy="2794786"/>
          </a:xfrm>
          <a:prstGeom prst="roundRect">
            <a:avLst>
              <a:gd name="adj" fmla="val 9750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A2832D-D4B9-1F9E-7C79-C7503277CC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3838" y="5634528"/>
            <a:ext cx="2407962" cy="464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tIns="72000" rIns="180000" bIns="72000" anchor="ctr" anchorCtr="0">
            <a:spAutoFit/>
          </a:bodyPr>
          <a:lstStyle>
            <a:lvl1pPr indent="-270000">
              <a:buNone/>
              <a:defRPr sz="1200"/>
            </a:lvl1pPr>
          </a:lstStyle>
          <a:p>
            <a:pPr lvl="0"/>
            <a:r>
              <a:rPr lang="en-NL" dirty="0"/>
              <a:t>[Image description, optional]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B167BAD-D928-1AAF-9E95-9650E774FD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63838" y="2600895"/>
            <a:ext cx="2407962" cy="464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80000" tIns="72000" rIns="180000" bIns="72000" anchor="ctr" anchorCtr="0">
            <a:spAutoFit/>
          </a:bodyPr>
          <a:lstStyle>
            <a:lvl1pPr indent="-270000">
              <a:buNone/>
              <a:defRPr sz="1200"/>
            </a:lvl1pPr>
          </a:lstStyle>
          <a:p>
            <a:pPr lvl="0"/>
            <a:r>
              <a:rPr lang="en-NL" dirty="0"/>
              <a:t>[Image description, optional]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DC0EB63-2EEF-5183-F82B-4EC174BD52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6413" y="2487613"/>
            <a:ext cx="5079999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30122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G_Zacht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10160000" y="0"/>
            <a:ext cx="203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7113587" cy="4566732"/>
          </a:xfrm>
        </p:spPr>
        <p:txBody>
          <a:bodyPr/>
          <a:lstStyle>
            <a:lvl1pPr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“[Quote]”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126413" y="253999"/>
            <a:ext cx="1524000" cy="252414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D528D-6B2C-3B4A-EAD8-CBE3A0EF2C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6413" y="762000"/>
            <a:ext cx="3557587" cy="5588000"/>
          </a:xfrm>
          <a:prstGeom prst="roundRect">
            <a:avLst>
              <a:gd name="adj" fmla="val 8100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886997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G_Boterge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10160000" y="0"/>
            <a:ext cx="203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7113587" cy="4566732"/>
          </a:xfrm>
        </p:spPr>
        <p:txBody>
          <a:bodyPr/>
          <a:lstStyle>
            <a:lvl1pPr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“[Quote]”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126413" y="253999"/>
            <a:ext cx="1524000" cy="252414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D528D-6B2C-3B4A-EAD8-CBE3A0EF2C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6413" y="762000"/>
            <a:ext cx="3557587" cy="5588000"/>
          </a:xfrm>
          <a:prstGeom prst="roundRect">
            <a:avLst>
              <a:gd name="adj" fmla="val 8100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28288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G_Nachtgro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10160000" y="0"/>
            <a:ext cx="203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7113587" cy="4566732"/>
          </a:xfrm>
        </p:spPr>
        <p:txBody>
          <a:bodyPr/>
          <a:lstStyle>
            <a:lvl1pPr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“[Quote]”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126413" y="253999"/>
            <a:ext cx="1524000" cy="252414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D528D-6B2C-3B4A-EAD8-CBE3A0EF2C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6413" y="762000"/>
            <a:ext cx="3557587" cy="5588000"/>
          </a:xfrm>
          <a:prstGeom prst="roundRect">
            <a:avLst>
              <a:gd name="adj" fmla="val 8100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0301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G_Donkerblauw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13EE4C-E1FD-A90D-F094-9F9A25D2FD16}"/>
              </a:ext>
            </a:extLst>
          </p:cNvPr>
          <p:cNvSpPr/>
          <p:nvPr userDrawn="1"/>
        </p:nvSpPr>
        <p:spPr>
          <a:xfrm>
            <a:off x="10160000" y="0"/>
            <a:ext cx="203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7113587" cy="4566732"/>
          </a:xfrm>
        </p:spPr>
        <p:txBody>
          <a:bodyPr/>
          <a:lstStyle>
            <a:lvl1pPr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“[Quote]”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126413" y="253999"/>
            <a:ext cx="1524000" cy="252414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D528D-6B2C-3B4A-EAD8-CBE3A0EF2C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6413" y="762000"/>
            <a:ext cx="3557587" cy="5588000"/>
          </a:xfrm>
          <a:prstGeom prst="roundRect">
            <a:avLst>
              <a:gd name="adj" fmla="val 8100"/>
            </a:avLst>
          </a:prstGeom>
          <a:pattFill prst="pct5">
            <a:fgClr>
              <a:schemeClr val="bg1">
                <a:lumMod val="90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962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51C121-90D0-1B59-A8E6-34F65A676494}"/>
              </a:ext>
            </a:extLst>
          </p:cNvPr>
          <p:cNvSpPr/>
          <p:nvPr userDrawn="1"/>
        </p:nvSpPr>
        <p:spPr>
          <a:xfrm>
            <a:off x="5316" y="0"/>
            <a:ext cx="1218668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Picture Placeholder 146">
            <a:extLst>
              <a:ext uri="{FF2B5EF4-FFF2-40B4-BE49-F238E27FC236}">
                <a16:creationId xmlns:a16="http://schemas.microsoft.com/office/drawing/2014/main" id="{2762F570-E825-E269-72F7-2B4D7B9B97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2"/>
            <a:ext cx="12191996" cy="6857998"/>
          </a:xfrm>
          <a:custGeom>
            <a:avLst/>
            <a:gdLst>
              <a:gd name="csX0" fmla="*/ 684531 w 12191996"/>
              <a:gd name="csY0" fmla="*/ 6310598 h 6857998"/>
              <a:gd name="csX1" fmla="*/ 707073 w 12191996"/>
              <a:gd name="csY1" fmla="*/ 6310598 h 6857998"/>
              <a:gd name="csX2" fmla="*/ 720408 w 12191996"/>
              <a:gd name="csY2" fmla="*/ 6346717 h 6857998"/>
              <a:gd name="csX3" fmla="*/ 726441 w 12191996"/>
              <a:gd name="csY3" fmla="*/ 6363481 h 6857998"/>
              <a:gd name="csX4" fmla="*/ 732473 w 12191996"/>
              <a:gd name="csY4" fmla="*/ 6346717 h 6857998"/>
              <a:gd name="csX5" fmla="*/ 745808 w 12191996"/>
              <a:gd name="csY5" fmla="*/ 6310598 h 6857998"/>
              <a:gd name="csX6" fmla="*/ 768509 w 12191996"/>
              <a:gd name="csY6" fmla="*/ 6310598 h 6857998"/>
              <a:gd name="csX7" fmla="*/ 768509 w 12191996"/>
              <a:gd name="csY7" fmla="*/ 6382836 h 6857998"/>
              <a:gd name="csX8" fmla="*/ 752317 w 12191996"/>
              <a:gd name="csY8" fmla="*/ 6382836 h 6857998"/>
              <a:gd name="csX9" fmla="*/ 752317 w 12191996"/>
              <a:gd name="csY9" fmla="*/ 6333611 h 6857998"/>
              <a:gd name="csX10" fmla="*/ 746919 w 12191996"/>
              <a:gd name="csY10" fmla="*/ 6347936 h 6857998"/>
              <a:gd name="csX11" fmla="*/ 739934 w 12191996"/>
              <a:gd name="csY11" fmla="*/ 6365919 h 6857998"/>
              <a:gd name="csX12" fmla="*/ 733584 w 12191996"/>
              <a:gd name="csY12" fmla="*/ 6382988 h 6857998"/>
              <a:gd name="csX13" fmla="*/ 719456 w 12191996"/>
              <a:gd name="csY13" fmla="*/ 6382988 h 6857998"/>
              <a:gd name="csX14" fmla="*/ 713106 w 12191996"/>
              <a:gd name="csY14" fmla="*/ 6365919 h 6857998"/>
              <a:gd name="csX15" fmla="*/ 706121 w 12191996"/>
              <a:gd name="csY15" fmla="*/ 6347936 h 6857998"/>
              <a:gd name="csX16" fmla="*/ 700723 w 12191996"/>
              <a:gd name="csY16" fmla="*/ 6333611 h 6857998"/>
              <a:gd name="csX17" fmla="*/ 700723 w 12191996"/>
              <a:gd name="csY17" fmla="*/ 6382836 h 6857998"/>
              <a:gd name="csX18" fmla="*/ 684689 w 12191996"/>
              <a:gd name="csY18" fmla="*/ 6382836 h 6857998"/>
              <a:gd name="csX19" fmla="*/ 684531 w 12191996"/>
              <a:gd name="csY19" fmla="*/ 6382836 h 6857998"/>
              <a:gd name="csX20" fmla="*/ 1293016 w 12191996"/>
              <a:gd name="csY20" fmla="*/ 6296425 h 6857998"/>
              <a:gd name="csX21" fmla="*/ 1293016 w 12191996"/>
              <a:gd name="csY21" fmla="*/ 6310445 h 6857998"/>
              <a:gd name="csX22" fmla="*/ 1267616 w 12191996"/>
              <a:gd name="csY22" fmla="*/ 6330562 h 6857998"/>
              <a:gd name="csX23" fmla="*/ 1249359 w 12191996"/>
              <a:gd name="csY23" fmla="*/ 6317456 h 6857998"/>
              <a:gd name="csX24" fmla="*/ 1264123 w 12191996"/>
              <a:gd name="csY24" fmla="*/ 6304045 h 6857998"/>
              <a:gd name="csX25" fmla="*/ 1279681 w 12191996"/>
              <a:gd name="csY25" fmla="*/ 6300997 h 6857998"/>
              <a:gd name="csX26" fmla="*/ 1293016 w 12191996"/>
              <a:gd name="csY26" fmla="*/ 6296425 h 6857998"/>
              <a:gd name="csX27" fmla="*/ 1170936 w 12191996"/>
              <a:gd name="csY27" fmla="*/ 6296425 h 6857998"/>
              <a:gd name="csX28" fmla="*/ 1170936 w 12191996"/>
              <a:gd name="csY28" fmla="*/ 6310445 h 6857998"/>
              <a:gd name="csX29" fmla="*/ 1145536 w 12191996"/>
              <a:gd name="csY29" fmla="*/ 6330562 h 6857998"/>
              <a:gd name="csX30" fmla="*/ 1127280 w 12191996"/>
              <a:gd name="csY30" fmla="*/ 6317456 h 6857998"/>
              <a:gd name="csX31" fmla="*/ 1142043 w 12191996"/>
              <a:gd name="csY31" fmla="*/ 6304045 h 6857998"/>
              <a:gd name="csX32" fmla="*/ 1157601 w 12191996"/>
              <a:gd name="csY32" fmla="*/ 6300997 h 6857998"/>
              <a:gd name="csX33" fmla="*/ 1170936 w 12191996"/>
              <a:gd name="csY33" fmla="*/ 6296425 h 6857998"/>
              <a:gd name="csX34" fmla="*/ 2531109 w 12191996"/>
              <a:gd name="csY34" fmla="*/ 6258324 h 6857998"/>
              <a:gd name="csX35" fmla="*/ 2558573 w 12191996"/>
              <a:gd name="csY35" fmla="*/ 6283165 h 6857998"/>
              <a:gd name="csX36" fmla="*/ 2503328 w 12191996"/>
              <a:gd name="csY36" fmla="*/ 6283165 h 6857998"/>
              <a:gd name="csX37" fmla="*/ 2531109 w 12191996"/>
              <a:gd name="csY37" fmla="*/ 6258324 h 6857998"/>
              <a:gd name="csX38" fmla="*/ 2921000 w 12191996"/>
              <a:gd name="csY38" fmla="*/ 6239122 h 6857998"/>
              <a:gd name="csX39" fmla="*/ 2968149 w 12191996"/>
              <a:gd name="csY39" fmla="*/ 6338792 h 6857998"/>
              <a:gd name="csX40" fmla="*/ 2945289 w 12191996"/>
              <a:gd name="csY40" fmla="*/ 6385883 h 6857998"/>
              <a:gd name="csX41" fmla="*/ 2979420 w 12191996"/>
              <a:gd name="csY41" fmla="*/ 6385883 h 6857998"/>
              <a:gd name="csX42" fmla="*/ 3046411 w 12191996"/>
              <a:gd name="csY42" fmla="*/ 6239122 h 6857998"/>
              <a:gd name="csX43" fmla="*/ 3012757 w 12191996"/>
              <a:gd name="csY43" fmla="*/ 6239122 h 6857998"/>
              <a:gd name="csX44" fmla="*/ 2992914 w 12191996"/>
              <a:gd name="csY44" fmla="*/ 6285756 h 6857998"/>
              <a:gd name="csX45" fmla="*/ 2984182 w 12191996"/>
              <a:gd name="csY45" fmla="*/ 6306940 h 6857998"/>
              <a:gd name="csX46" fmla="*/ 2975134 w 12191996"/>
              <a:gd name="csY46" fmla="*/ 6285604 h 6857998"/>
              <a:gd name="csX47" fmla="*/ 2954972 w 12191996"/>
              <a:gd name="csY47" fmla="*/ 6239122 h 6857998"/>
              <a:gd name="csX48" fmla="*/ 2796380 w 12191996"/>
              <a:gd name="csY48" fmla="*/ 6239122 h 6857998"/>
              <a:gd name="csX49" fmla="*/ 2796380 w 12191996"/>
              <a:gd name="csY49" fmla="*/ 6350222 h 6857998"/>
              <a:gd name="csX50" fmla="*/ 2826702 w 12191996"/>
              <a:gd name="csY50" fmla="*/ 6350222 h 6857998"/>
              <a:gd name="csX51" fmla="*/ 2826702 w 12191996"/>
              <a:gd name="csY51" fmla="*/ 6239122 h 6857998"/>
              <a:gd name="csX52" fmla="*/ 2349499 w 12191996"/>
              <a:gd name="csY52" fmla="*/ 6239122 h 6857998"/>
              <a:gd name="csX53" fmla="*/ 2396013 w 12191996"/>
              <a:gd name="csY53" fmla="*/ 6350222 h 6857998"/>
              <a:gd name="csX54" fmla="*/ 2426810 w 12191996"/>
              <a:gd name="csY54" fmla="*/ 6350222 h 6857998"/>
              <a:gd name="csX55" fmla="*/ 2473324 w 12191996"/>
              <a:gd name="csY55" fmla="*/ 6239122 h 6857998"/>
              <a:gd name="csX56" fmla="*/ 2439352 w 12191996"/>
              <a:gd name="csY56" fmla="*/ 6239122 h 6857998"/>
              <a:gd name="csX57" fmla="*/ 2421572 w 12191996"/>
              <a:gd name="csY57" fmla="*/ 6289262 h 6857998"/>
              <a:gd name="csX58" fmla="*/ 2411570 w 12191996"/>
              <a:gd name="csY58" fmla="*/ 6317608 h 6857998"/>
              <a:gd name="csX59" fmla="*/ 2401252 w 12191996"/>
              <a:gd name="csY59" fmla="*/ 6289262 h 6857998"/>
              <a:gd name="csX60" fmla="*/ 2383471 w 12191996"/>
              <a:gd name="csY60" fmla="*/ 6239122 h 6857998"/>
              <a:gd name="csX61" fmla="*/ 2307589 w 12191996"/>
              <a:gd name="csY61" fmla="*/ 6239122 h 6857998"/>
              <a:gd name="csX62" fmla="*/ 2307589 w 12191996"/>
              <a:gd name="csY62" fmla="*/ 6350222 h 6857998"/>
              <a:gd name="csX63" fmla="*/ 2337910 w 12191996"/>
              <a:gd name="csY63" fmla="*/ 6350222 h 6857998"/>
              <a:gd name="csX64" fmla="*/ 2337910 w 12191996"/>
              <a:gd name="csY64" fmla="*/ 6239122 h 6857998"/>
              <a:gd name="csX65" fmla="*/ 1615755 w 12191996"/>
              <a:gd name="csY65" fmla="*/ 6239122 h 6857998"/>
              <a:gd name="csX66" fmla="*/ 1615755 w 12191996"/>
              <a:gd name="csY66" fmla="*/ 6350222 h 6857998"/>
              <a:gd name="csX67" fmla="*/ 1646076 w 12191996"/>
              <a:gd name="csY67" fmla="*/ 6350222 h 6857998"/>
              <a:gd name="csX68" fmla="*/ 1646076 w 12191996"/>
              <a:gd name="csY68" fmla="*/ 6239122 h 6857998"/>
              <a:gd name="csX69" fmla="*/ 795656 w 12191996"/>
              <a:gd name="csY69" fmla="*/ 6238361 h 6857998"/>
              <a:gd name="csX70" fmla="*/ 558166 w 12191996"/>
              <a:gd name="csY70" fmla="*/ 6349460 h 6857998"/>
              <a:gd name="csX71" fmla="*/ 795656 w 12191996"/>
              <a:gd name="csY71" fmla="*/ 6460560 h 6857998"/>
              <a:gd name="csX72" fmla="*/ 2665729 w 12191996"/>
              <a:gd name="csY72" fmla="*/ 6236836 h 6857998"/>
              <a:gd name="csX73" fmla="*/ 2635566 w 12191996"/>
              <a:gd name="csY73" fmla="*/ 6255886 h 6857998"/>
              <a:gd name="csX74" fmla="*/ 2635566 w 12191996"/>
              <a:gd name="csY74" fmla="*/ 6239122 h 6857998"/>
              <a:gd name="csX75" fmla="*/ 2606515 w 12191996"/>
              <a:gd name="csY75" fmla="*/ 6239122 h 6857998"/>
              <a:gd name="csX76" fmla="*/ 2606515 w 12191996"/>
              <a:gd name="csY76" fmla="*/ 6350222 h 6857998"/>
              <a:gd name="csX77" fmla="*/ 2606674 w 12191996"/>
              <a:gd name="csY77" fmla="*/ 6350069 h 6857998"/>
              <a:gd name="csX78" fmla="*/ 2636995 w 12191996"/>
              <a:gd name="csY78" fmla="*/ 6350069 h 6857998"/>
              <a:gd name="csX79" fmla="*/ 2636995 w 12191996"/>
              <a:gd name="csY79" fmla="*/ 6294900 h 6857998"/>
              <a:gd name="csX80" fmla="*/ 2666364 w 12191996"/>
              <a:gd name="csY80" fmla="*/ 6266249 h 6857998"/>
              <a:gd name="csX81" fmla="*/ 2670809 w 12191996"/>
              <a:gd name="csY81" fmla="*/ 6266249 h 6857998"/>
              <a:gd name="csX82" fmla="*/ 2670809 w 12191996"/>
              <a:gd name="csY82" fmla="*/ 6236836 h 6857998"/>
              <a:gd name="csX83" fmla="*/ 1597181 w 12191996"/>
              <a:gd name="csY83" fmla="*/ 6236836 h 6857998"/>
              <a:gd name="csX84" fmla="*/ 1567018 w 12191996"/>
              <a:gd name="csY84" fmla="*/ 6255886 h 6857998"/>
              <a:gd name="csX85" fmla="*/ 1567018 w 12191996"/>
              <a:gd name="csY85" fmla="*/ 6239122 h 6857998"/>
              <a:gd name="csX86" fmla="*/ 1537967 w 12191996"/>
              <a:gd name="csY86" fmla="*/ 6239122 h 6857998"/>
              <a:gd name="csX87" fmla="*/ 1537967 w 12191996"/>
              <a:gd name="csY87" fmla="*/ 6350222 h 6857998"/>
              <a:gd name="csX88" fmla="*/ 1538284 w 12191996"/>
              <a:gd name="csY88" fmla="*/ 6350069 h 6857998"/>
              <a:gd name="csX89" fmla="*/ 1568606 w 12191996"/>
              <a:gd name="csY89" fmla="*/ 6350069 h 6857998"/>
              <a:gd name="csX90" fmla="*/ 1568606 w 12191996"/>
              <a:gd name="csY90" fmla="*/ 6294900 h 6857998"/>
              <a:gd name="csX91" fmla="*/ 1597974 w 12191996"/>
              <a:gd name="csY91" fmla="*/ 6266249 h 6857998"/>
              <a:gd name="csX92" fmla="*/ 1602419 w 12191996"/>
              <a:gd name="csY92" fmla="*/ 6266249 h 6857998"/>
              <a:gd name="csX93" fmla="*/ 1602419 w 12191996"/>
              <a:gd name="csY93" fmla="*/ 6236836 h 6857998"/>
              <a:gd name="csX94" fmla="*/ 1717354 w 12191996"/>
              <a:gd name="csY94" fmla="*/ 6235922 h 6857998"/>
              <a:gd name="csX95" fmla="*/ 1656553 w 12191996"/>
              <a:gd name="csY95" fmla="*/ 6294596 h 6857998"/>
              <a:gd name="csX96" fmla="*/ 1716243 w 12191996"/>
              <a:gd name="csY96" fmla="*/ 6353422 h 6857998"/>
              <a:gd name="csX97" fmla="*/ 1773552 w 12191996"/>
              <a:gd name="csY97" fmla="*/ 6306331 h 6857998"/>
              <a:gd name="csX98" fmla="*/ 1742754 w 12191996"/>
              <a:gd name="csY98" fmla="*/ 6306331 h 6857998"/>
              <a:gd name="csX99" fmla="*/ 1716402 w 12191996"/>
              <a:gd name="csY99" fmla="*/ 6327057 h 6857998"/>
              <a:gd name="csX100" fmla="*/ 1687192 w 12191996"/>
              <a:gd name="csY100" fmla="*/ 6294444 h 6857998"/>
              <a:gd name="csX101" fmla="*/ 1716402 w 12191996"/>
              <a:gd name="csY101" fmla="*/ 6262135 h 6857998"/>
              <a:gd name="csX102" fmla="*/ 1742754 w 12191996"/>
              <a:gd name="csY102" fmla="*/ 6283318 h 6857998"/>
              <a:gd name="csX103" fmla="*/ 1773552 w 12191996"/>
              <a:gd name="csY103" fmla="*/ 6283318 h 6857998"/>
              <a:gd name="csX104" fmla="*/ 1717354 w 12191996"/>
              <a:gd name="csY104" fmla="*/ 6235922 h 6857998"/>
              <a:gd name="csX105" fmla="*/ 2731293 w 12191996"/>
              <a:gd name="csY105" fmla="*/ 6235769 h 6857998"/>
              <a:gd name="csX106" fmla="*/ 2680969 w 12191996"/>
              <a:gd name="csY106" fmla="*/ 6272040 h 6857998"/>
              <a:gd name="csX107" fmla="*/ 2712878 w 12191996"/>
              <a:gd name="csY107" fmla="*/ 6303282 h 6857998"/>
              <a:gd name="csX108" fmla="*/ 2739548 w 12191996"/>
              <a:gd name="csY108" fmla="*/ 6307397 h 6857998"/>
              <a:gd name="csX109" fmla="*/ 2752406 w 12191996"/>
              <a:gd name="csY109" fmla="*/ 6318217 h 6857998"/>
              <a:gd name="csX110" fmla="*/ 2732881 w 12191996"/>
              <a:gd name="csY110" fmla="*/ 6331171 h 6857998"/>
              <a:gd name="csX111" fmla="*/ 2708592 w 12191996"/>
              <a:gd name="csY111" fmla="*/ 6314103 h 6857998"/>
              <a:gd name="csX112" fmla="*/ 2677794 w 12191996"/>
              <a:gd name="csY112" fmla="*/ 6314103 h 6857998"/>
              <a:gd name="csX113" fmla="*/ 2731769 w 12191996"/>
              <a:gd name="csY113" fmla="*/ 6353422 h 6857998"/>
              <a:gd name="csX114" fmla="*/ 2783204 w 12191996"/>
              <a:gd name="csY114" fmla="*/ 6315627 h 6857998"/>
              <a:gd name="csX115" fmla="*/ 2752725 w 12191996"/>
              <a:gd name="csY115" fmla="*/ 6284080 h 6857998"/>
              <a:gd name="csX116" fmla="*/ 2725101 w 12191996"/>
              <a:gd name="csY116" fmla="*/ 6279965 h 6857998"/>
              <a:gd name="csX117" fmla="*/ 2711766 w 12191996"/>
              <a:gd name="csY117" fmla="*/ 6269602 h 6857998"/>
              <a:gd name="csX118" fmla="*/ 2730182 w 12191996"/>
              <a:gd name="csY118" fmla="*/ 6257257 h 6857998"/>
              <a:gd name="csX119" fmla="*/ 2751930 w 12191996"/>
              <a:gd name="csY119" fmla="*/ 6273259 h 6857998"/>
              <a:gd name="csX120" fmla="*/ 2782729 w 12191996"/>
              <a:gd name="csY120" fmla="*/ 6273259 h 6857998"/>
              <a:gd name="csX121" fmla="*/ 2731293 w 12191996"/>
              <a:gd name="csY121" fmla="*/ 6235769 h 6857998"/>
              <a:gd name="csX122" fmla="*/ 2530792 w 12191996"/>
              <a:gd name="csY122" fmla="*/ 6235769 h 6857998"/>
              <a:gd name="csX123" fmla="*/ 2472213 w 12191996"/>
              <a:gd name="csY123" fmla="*/ 6294291 h 6857998"/>
              <a:gd name="csX124" fmla="*/ 2507173 w 12191996"/>
              <a:gd name="csY124" fmla="*/ 6349219 h 6857998"/>
              <a:gd name="csX125" fmla="*/ 2531647 w 12191996"/>
              <a:gd name="csY125" fmla="*/ 6353406 h 6857998"/>
              <a:gd name="csX126" fmla="*/ 2531585 w 12191996"/>
              <a:gd name="csY126" fmla="*/ 6353422 h 6857998"/>
              <a:gd name="csX127" fmla="*/ 2531744 w 12191996"/>
              <a:gd name="csY127" fmla="*/ 6353422 h 6857998"/>
              <a:gd name="csX128" fmla="*/ 2531647 w 12191996"/>
              <a:gd name="csY128" fmla="*/ 6353406 h 6857998"/>
              <a:gd name="csX129" fmla="*/ 2568376 w 12191996"/>
              <a:gd name="csY129" fmla="*/ 6343554 h 6857998"/>
              <a:gd name="csX130" fmla="*/ 2587783 w 12191996"/>
              <a:gd name="csY130" fmla="*/ 6316084 h 6857998"/>
              <a:gd name="csX131" fmla="*/ 2556827 w 12191996"/>
              <a:gd name="csY131" fmla="*/ 6316084 h 6857998"/>
              <a:gd name="csX132" fmla="*/ 2532379 w 12191996"/>
              <a:gd name="csY132" fmla="*/ 6330257 h 6857998"/>
              <a:gd name="csX133" fmla="*/ 2503169 w 12191996"/>
              <a:gd name="csY133" fmla="*/ 6304197 h 6857998"/>
              <a:gd name="csX134" fmla="*/ 2588259 w 12191996"/>
              <a:gd name="csY134" fmla="*/ 6304197 h 6857998"/>
              <a:gd name="csX135" fmla="*/ 2589371 w 12191996"/>
              <a:gd name="csY135" fmla="*/ 6290328 h 6857998"/>
              <a:gd name="csX136" fmla="*/ 2589371 w 12191996"/>
              <a:gd name="csY136" fmla="*/ 6289871 h 6857998"/>
              <a:gd name="csX137" fmla="*/ 2530792 w 12191996"/>
              <a:gd name="csY137" fmla="*/ 6235769 h 6857998"/>
              <a:gd name="csX138" fmla="*/ 2249169 w 12191996"/>
              <a:gd name="csY138" fmla="*/ 6235769 h 6857998"/>
              <a:gd name="csX139" fmla="*/ 2214402 w 12191996"/>
              <a:gd name="csY139" fmla="*/ 6251771 h 6857998"/>
              <a:gd name="csX140" fmla="*/ 2214402 w 12191996"/>
              <a:gd name="csY140" fmla="*/ 6239122 h 6857998"/>
              <a:gd name="csX141" fmla="*/ 2185352 w 12191996"/>
              <a:gd name="csY141" fmla="*/ 6239122 h 6857998"/>
              <a:gd name="csX142" fmla="*/ 2185352 w 12191996"/>
              <a:gd name="csY142" fmla="*/ 6350069 h 6857998"/>
              <a:gd name="csX143" fmla="*/ 2215673 w 12191996"/>
              <a:gd name="csY143" fmla="*/ 6350069 h 6857998"/>
              <a:gd name="csX144" fmla="*/ 2215673 w 12191996"/>
              <a:gd name="csY144" fmla="*/ 6287280 h 6857998"/>
              <a:gd name="csX145" fmla="*/ 2239327 w 12191996"/>
              <a:gd name="csY145" fmla="*/ 6262744 h 6857998"/>
              <a:gd name="csX146" fmla="*/ 2260599 w 12191996"/>
              <a:gd name="csY146" fmla="*/ 6286061 h 6857998"/>
              <a:gd name="csX147" fmla="*/ 2260599 w 12191996"/>
              <a:gd name="csY147" fmla="*/ 6350069 h 6857998"/>
              <a:gd name="csX148" fmla="*/ 2291237 w 12191996"/>
              <a:gd name="csY148" fmla="*/ 6350069 h 6857998"/>
              <a:gd name="csX149" fmla="*/ 2291237 w 12191996"/>
              <a:gd name="csY149" fmla="*/ 6279813 h 6857998"/>
              <a:gd name="csX150" fmla="*/ 2249169 w 12191996"/>
              <a:gd name="csY150" fmla="*/ 6235769 h 6857998"/>
              <a:gd name="csX151" fmla="*/ 1396680 w 12191996"/>
              <a:gd name="csY151" fmla="*/ 6235769 h 6857998"/>
              <a:gd name="csX152" fmla="*/ 1346356 w 12191996"/>
              <a:gd name="csY152" fmla="*/ 6272040 h 6857998"/>
              <a:gd name="csX153" fmla="*/ 1378265 w 12191996"/>
              <a:gd name="csY153" fmla="*/ 6303282 h 6857998"/>
              <a:gd name="csX154" fmla="*/ 1404935 w 12191996"/>
              <a:gd name="csY154" fmla="*/ 6307397 h 6857998"/>
              <a:gd name="csX155" fmla="*/ 1417794 w 12191996"/>
              <a:gd name="csY155" fmla="*/ 6318217 h 6857998"/>
              <a:gd name="csX156" fmla="*/ 1398267 w 12191996"/>
              <a:gd name="csY156" fmla="*/ 6331171 h 6857998"/>
              <a:gd name="csX157" fmla="*/ 1373979 w 12191996"/>
              <a:gd name="csY157" fmla="*/ 6314103 h 6857998"/>
              <a:gd name="csX158" fmla="*/ 1343181 w 12191996"/>
              <a:gd name="csY158" fmla="*/ 6314103 h 6857998"/>
              <a:gd name="csX159" fmla="*/ 1397156 w 12191996"/>
              <a:gd name="csY159" fmla="*/ 6353422 h 6857998"/>
              <a:gd name="csX160" fmla="*/ 1448591 w 12191996"/>
              <a:gd name="csY160" fmla="*/ 6315627 h 6857998"/>
              <a:gd name="csX161" fmla="*/ 1417952 w 12191996"/>
              <a:gd name="csY161" fmla="*/ 6284080 h 6857998"/>
              <a:gd name="csX162" fmla="*/ 1390330 w 12191996"/>
              <a:gd name="csY162" fmla="*/ 6279965 h 6857998"/>
              <a:gd name="csX163" fmla="*/ 1377153 w 12191996"/>
              <a:gd name="csY163" fmla="*/ 6269602 h 6857998"/>
              <a:gd name="csX164" fmla="*/ 1395568 w 12191996"/>
              <a:gd name="csY164" fmla="*/ 6257257 h 6857998"/>
              <a:gd name="csX165" fmla="*/ 1417317 w 12191996"/>
              <a:gd name="csY165" fmla="*/ 6273259 h 6857998"/>
              <a:gd name="csX166" fmla="*/ 1448115 w 12191996"/>
              <a:gd name="csY166" fmla="*/ 6273259 h 6857998"/>
              <a:gd name="csX167" fmla="*/ 1396680 w 12191996"/>
              <a:gd name="csY167" fmla="*/ 6235769 h 6857998"/>
              <a:gd name="csX168" fmla="*/ 1274760 w 12191996"/>
              <a:gd name="csY168" fmla="*/ 6235617 h 6857998"/>
              <a:gd name="csX169" fmla="*/ 1221895 w 12191996"/>
              <a:gd name="csY169" fmla="*/ 6273565 h 6857998"/>
              <a:gd name="csX170" fmla="*/ 1252692 w 12191996"/>
              <a:gd name="csY170" fmla="*/ 6273565 h 6857998"/>
              <a:gd name="csX171" fmla="*/ 1274917 w 12191996"/>
              <a:gd name="csY171" fmla="*/ 6258325 h 6857998"/>
              <a:gd name="csX172" fmla="*/ 1292857 w 12191996"/>
              <a:gd name="csY172" fmla="*/ 6270364 h 6857998"/>
              <a:gd name="csX173" fmla="*/ 1281586 w 12191996"/>
              <a:gd name="csY173" fmla="*/ 6280118 h 6857998"/>
              <a:gd name="csX174" fmla="*/ 1254439 w 12191996"/>
              <a:gd name="csY174" fmla="*/ 6284690 h 6857998"/>
              <a:gd name="csX175" fmla="*/ 1218562 w 12191996"/>
              <a:gd name="csY175" fmla="*/ 6319285 h 6857998"/>
              <a:gd name="csX176" fmla="*/ 1259678 w 12191996"/>
              <a:gd name="csY176" fmla="*/ 6353422 h 6857998"/>
              <a:gd name="csX177" fmla="*/ 1259836 w 12191996"/>
              <a:gd name="csY177" fmla="*/ 6353270 h 6857998"/>
              <a:gd name="csX178" fmla="*/ 1295079 w 12191996"/>
              <a:gd name="csY178" fmla="*/ 6340163 h 6857998"/>
              <a:gd name="csX179" fmla="*/ 1317146 w 12191996"/>
              <a:gd name="csY179" fmla="*/ 6352203 h 6857998"/>
              <a:gd name="csX180" fmla="*/ 1335085 w 12191996"/>
              <a:gd name="csY180" fmla="*/ 6349003 h 6857998"/>
              <a:gd name="csX181" fmla="*/ 1335085 w 12191996"/>
              <a:gd name="csY181" fmla="*/ 6326295 h 6857998"/>
              <a:gd name="csX182" fmla="*/ 1329846 w 12191996"/>
              <a:gd name="csY182" fmla="*/ 6326905 h 6857998"/>
              <a:gd name="csX183" fmla="*/ 1323496 w 12191996"/>
              <a:gd name="csY183" fmla="*/ 6320047 h 6857998"/>
              <a:gd name="csX184" fmla="*/ 1323496 w 12191996"/>
              <a:gd name="csY184" fmla="*/ 6271888 h 6857998"/>
              <a:gd name="csX185" fmla="*/ 1274760 w 12191996"/>
              <a:gd name="csY185" fmla="*/ 6235617 h 6857998"/>
              <a:gd name="csX186" fmla="*/ 1152680 w 12191996"/>
              <a:gd name="csY186" fmla="*/ 6235617 h 6857998"/>
              <a:gd name="csX187" fmla="*/ 1099816 w 12191996"/>
              <a:gd name="csY187" fmla="*/ 6273565 h 6857998"/>
              <a:gd name="csX188" fmla="*/ 1130613 w 12191996"/>
              <a:gd name="csY188" fmla="*/ 6273565 h 6857998"/>
              <a:gd name="csX189" fmla="*/ 1152838 w 12191996"/>
              <a:gd name="csY189" fmla="*/ 6258325 h 6857998"/>
              <a:gd name="csX190" fmla="*/ 1170777 w 12191996"/>
              <a:gd name="csY190" fmla="*/ 6270364 h 6857998"/>
              <a:gd name="csX191" fmla="*/ 1159506 w 12191996"/>
              <a:gd name="csY191" fmla="*/ 6280118 h 6857998"/>
              <a:gd name="csX192" fmla="*/ 1132360 w 12191996"/>
              <a:gd name="csY192" fmla="*/ 6284690 h 6857998"/>
              <a:gd name="csX193" fmla="*/ 1096482 w 12191996"/>
              <a:gd name="csY193" fmla="*/ 6319285 h 6857998"/>
              <a:gd name="csX194" fmla="*/ 1137598 w 12191996"/>
              <a:gd name="csY194" fmla="*/ 6353422 h 6857998"/>
              <a:gd name="csX195" fmla="*/ 1137757 w 12191996"/>
              <a:gd name="csY195" fmla="*/ 6353270 h 6857998"/>
              <a:gd name="csX196" fmla="*/ 1173000 w 12191996"/>
              <a:gd name="csY196" fmla="*/ 6340163 h 6857998"/>
              <a:gd name="csX197" fmla="*/ 1195066 w 12191996"/>
              <a:gd name="csY197" fmla="*/ 6352203 h 6857998"/>
              <a:gd name="csX198" fmla="*/ 1213005 w 12191996"/>
              <a:gd name="csY198" fmla="*/ 6349003 h 6857998"/>
              <a:gd name="csX199" fmla="*/ 1213005 w 12191996"/>
              <a:gd name="csY199" fmla="*/ 6326295 h 6857998"/>
              <a:gd name="csX200" fmla="*/ 1207766 w 12191996"/>
              <a:gd name="csY200" fmla="*/ 6326905 h 6857998"/>
              <a:gd name="csX201" fmla="*/ 1201416 w 12191996"/>
              <a:gd name="csY201" fmla="*/ 6320047 h 6857998"/>
              <a:gd name="csX202" fmla="*/ 1201416 w 12191996"/>
              <a:gd name="csY202" fmla="*/ 6271888 h 6857998"/>
              <a:gd name="csX203" fmla="*/ 1152680 w 12191996"/>
              <a:gd name="csY203" fmla="*/ 6235617 h 6857998"/>
              <a:gd name="csX204" fmla="*/ 2862103 w 12191996"/>
              <a:gd name="csY204" fmla="*/ 6212452 h 6857998"/>
              <a:gd name="csX205" fmla="*/ 2862103 w 12191996"/>
              <a:gd name="csY205" fmla="*/ 6229978 h 6857998"/>
              <a:gd name="csX206" fmla="*/ 2850832 w 12191996"/>
              <a:gd name="csY206" fmla="*/ 6240798 h 6857998"/>
              <a:gd name="csX207" fmla="*/ 2842260 w 12191996"/>
              <a:gd name="csY207" fmla="*/ 6240798 h 6857998"/>
              <a:gd name="csX208" fmla="*/ 2842260 w 12191996"/>
              <a:gd name="csY208" fmla="*/ 6264116 h 6857998"/>
              <a:gd name="csX209" fmla="*/ 2860040 w 12191996"/>
              <a:gd name="csY209" fmla="*/ 6264116 h 6857998"/>
              <a:gd name="csX210" fmla="*/ 2860040 w 12191996"/>
              <a:gd name="csY210" fmla="*/ 6323399 h 6857998"/>
              <a:gd name="csX211" fmla="*/ 2892107 w 12191996"/>
              <a:gd name="csY211" fmla="*/ 6352355 h 6857998"/>
              <a:gd name="csX212" fmla="*/ 2892266 w 12191996"/>
              <a:gd name="csY212" fmla="*/ 6352203 h 6857998"/>
              <a:gd name="csX213" fmla="*/ 2911157 w 12191996"/>
              <a:gd name="csY213" fmla="*/ 6349612 h 6857998"/>
              <a:gd name="csX214" fmla="*/ 2911157 w 12191996"/>
              <a:gd name="csY214" fmla="*/ 6323094 h 6857998"/>
              <a:gd name="csX215" fmla="*/ 2901633 w 12191996"/>
              <a:gd name="csY215" fmla="*/ 6324161 h 6857998"/>
              <a:gd name="csX216" fmla="*/ 2890361 w 12191996"/>
              <a:gd name="csY216" fmla="*/ 6312274 h 6857998"/>
              <a:gd name="csX217" fmla="*/ 2890361 w 12191996"/>
              <a:gd name="csY217" fmla="*/ 6263963 h 6857998"/>
              <a:gd name="csX218" fmla="*/ 2910999 w 12191996"/>
              <a:gd name="csY218" fmla="*/ 6263963 h 6857998"/>
              <a:gd name="csX219" fmla="*/ 2910999 w 12191996"/>
              <a:gd name="csY219" fmla="*/ 6238970 h 6857998"/>
              <a:gd name="csX220" fmla="*/ 2890361 w 12191996"/>
              <a:gd name="csY220" fmla="*/ 6238970 h 6857998"/>
              <a:gd name="csX221" fmla="*/ 2890361 w 12191996"/>
              <a:gd name="csY221" fmla="*/ 6212452 h 6857998"/>
              <a:gd name="csX222" fmla="*/ 1928493 w 12191996"/>
              <a:gd name="csY222" fmla="*/ 6212452 h 6857998"/>
              <a:gd name="csX223" fmla="*/ 1928493 w 12191996"/>
              <a:gd name="csY223" fmla="*/ 6229978 h 6857998"/>
              <a:gd name="csX224" fmla="*/ 1917222 w 12191996"/>
              <a:gd name="csY224" fmla="*/ 6240798 h 6857998"/>
              <a:gd name="csX225" fmla="*/ 1908649 w 12191996"/>
              <a:gd name="csY225" fmla="*/ 6240798 h 6857998"/>
              <a:gd name="csX226" fmla="*/ 1908649 w 12191996"/>
              <a:gd name="csY226" fmla="*/ 6264116 h 6857998"/>
              <a:gd name="csX227" fmla="*/ 1926429 w 12191996"/>
              <a:gd name="csY227" fmla="*/ 6264116 h 6857998"/>
              <a:gd name="csX228" fmla="*/ 1926429 w 12191996"/>
              <a:gd name="csY228" fmla="*/ 6323399 h 6857998"/>
              <a:gd name="csX229" fmla="*/ 1958496 w 12191996"/>
              <a:gd name="csY229" fmla="*/ 6352355 h 6857998"/>
              <a:gd name="csX230" fmla="*/ 1958496 w 12191996"/>
              <a:gd name="csY230" fmla="*/ 6352203 h 6857998"/>
              <a:gd name="csX231" fmla="*/ 1977388 w 12191996"/>
              <a:gd name="csY231" fmla="*/ 6349612 h 6857998"/>
              <a:gd name="csX232" fmla="*/ 1977388 w 12191996"/>
              <a:gd name="csY232" fmla="*/ 6323094 h 6857998"/>
              <a:gd name="csX233" fmla="*/ 1968021 w 12191996"/>
              <a:gd name="csY233" fmla="*/ 6324161 h 6857998"/>
              <a:gd name="csX234" fmla="*/ 1956750 w 12191996"/>
              <a:gd name="csY234" fmla="*/ 6312274 h 6857998"/>
              <a:gd name="csX235" fmla="*/ 1956750 w 12191996"/>
              <a:gd name="csY235" fmla="*/ 6263963 h 6857998"/>
              <a:gd name="csX236" fmla="*/ 1977388 w 12191996"/>
              <a:gd name="csY236" fmla="*/ 6263963 h 6857998"/>
              <a:gd name="csX237" fmla="*/ 1977388 w 12191996"/>
              <a:gd name="csY237" fmla="*/ 6238970 h 6857998"/>
              <a:gd name="csX238" fmla="*/ 1956750 w 12191996"/>
              <a:gd name="csY238" fmla="*/ 6238970 h 6857998"/>
              <a:gd name="csX239" fmla="*/ 1956750 w 12191996"/>
              <a:gd name="csY239" fmla="*/ 6212452 h 6857998"/>
              <a:gd name="csX240" fmla="*/ 1474309 w 12191996"/>
              <a:gd name="csY240" fmla="*/ 6212452 h 6857998"/>
              <a:gd name="csX241" fmla="*/ 1474309 w 12191996"/>
              <a:gd name="csY241" fmla="*/ 6229978 h 6857998"/>
              <a:gd name="csX242" fmla="*/ 1463037 w 12191996"/>
              <a:gd name="csY242" fmla="*/ 6240798 h 6857998"/>
              <a:gd name="csX243" fmla="*/ 1454465 w 12191996"/>
              <a:gd name="csY243" fmla="*/ 6240798 h 6857998"/>
              <a:gd name="csX244" fmla="*/ 1454465 w 12191996"/>
              <a:gd name="csY244" fmla="*/ 6264116 h 6857998"/>
              <a:gd name="csX245" fmla="*/ 1472245 w 12191996"/>
              <a:gd name="csY245" fmla="*/ 6264116 h 6857998"/>
              <a:gd name="csX246" fmla="*/ 1472245 w 12191996"/>
              <a:gd name="csY246" fmla="*/ 6323399 h 6857998"/>
              <a:gd name="csX247" fmla="*/ 1504312 w 12191996"/>
              <a:gd name="csY247" fmla="*/ 6352355 h 6857998"/>
              <a:gd name="csX248" fmla="*/ 1504312 w 12191996"/>
              <a:gd name="csY248" fmla="*/ 6352203 h 6857998"/>
              <a:gd name="csX249" fmla="*/ 1523204 w 12191996"/>
              <a:gd name="csY249" fmla="*/ 6349612 h 6857998"/>
              <a:gd name="csX250" fmla="*/ 1523204 w 12191996"/>
              <a:gd name="csY250" fmla="*/ 6323094 h 6857998"/>
              <a:gd name="csX251" fmla="*/ 1513837 w 12191996"/>
              <a:gd name="csY251" fmla="*/ 6324161 h 6857998"/>
              <a:gd name="csX252" fmla="*/ 1502566 w 12191996"/>
              <a:gd name="csY252" fmla="*/ 6312274 h 6857998"/>
              <a:gd name="csX253" fmla="*/ 1502566 w 12191996"/>
              <a:gd name="csY253" fmla="*/ 6263963 h 6857998"/>
              <a:gd name="csX254" fmla="*/ 1523204 w 12191996"/>
              <a:gd name="csY254" fmla="*/ 6263963 h 6857998"/>
              <a:gd name="csX255" fmla="*/ 1523204 w 12191996"/>
              <a:gd name="csY255" fmla="*/ 6238970 h 6857998"/>
              <a:gd name="csX256" fmla="*/ 1502566 w 12191996"/>
              <a:gd name="csY256" fmla="*/ 6238970 h 6857998"/>
              <a:gd name="csX257" fmla="*/ 1502566 w 12191996"/>
              <a:gd name="csY257" fmla="*/ 6212452 h 6857998"/>
              <a:gd name="csX258" fmla="*/ 2042158 w 12191996"/>
              <a:gd name="csY258" fmla="*/ 6198126 h 6857998"/>
              <a:gd name="csX259" fmla="*/ 2042158 w 12191996"/>
              <a:gd name="csY259" fmla="*/ 6295662 h 6857998"/>
              <a:gd name="csX260" fmla="*/ 2105024 w 12191996"/>
              <a:gd name="csY260" fmla="*/ 6353422 h 6857998"/>
              <a:gd name="csX261" fmla="*/ 2167888 w 12191996"/>
              <a:gd name="csY261" fmla="*/ 6295662 h 6857998"/>
              <a:gd name="csX262" fmla="*/ 2167888 w 12191996"/>
              <a:gd name="csY262" fmla="*/ 6198126 h 6857998"/>
              <a:gd name="csX263" fmla="*/ 2135979 w 12191996"/>
              <a:gd name="csY263" fmla="*/ 6198126 h 6857998"/>
              <a:gd name="csX264" fmla="*/ 2135979 w 12191996"/>
              <a:gd name="csY264" fmla="*/ 6292766 h 6857998"/>
              <a:gd name="csX265" fmla="*/ 2105024 w 12191996"/>
              <a:gd name="csY265" fmla="*/ 6323856 h 6857998"/>
              <a:gd name="csX266" fmla="*/ 2074067 w 12191996"/>
              <a:gd name="csY266" fmla="*/ 6292766 h 6857998"/>
              <a:gd name="csX267" fmla="*/ 2074067 w 12191996"/>
              <a:gd name="csY267" fmla="*/ 6198126 h 6857998"/>
              <a:gd name="csX268" fmla="*/ 1791014 w 12191996"/>
              <a:gd name="csY268" fmla="*/ 6198126 h 6857998"/>
              <a:gd name="csX269" fmla="*/ 1791014 w 12191996"/>
              <a:gd name="csY269" fmla="*/ 6350221 h 6857998"/>
              <a:gd name="csX270" fmla="*/ 1821335 w 12191996"/>
              <a:gd name="csY270" fmla="*/ 6350221 h 6857998"/>
              <a:gd name="csX271" fmla="*/ 1821335 w 12191996"/>
              <a:gd name="csY271" fmla="*/ 6287280 h 6857998"/>
              <a:gd name="csX272" fmla="*/ 1845149 w 12191996"/>
              <a:gd name="csY272" fmla="*/ 6262744 h 6857998"/>
              <a:gd name="csX273" fmla="*/ 1866262 w 12191996"/>
              <a:gd name="csY273" fmla="*/ 6286213 h 6857998"/>
              <a:gd name="csX274" fmla="*/ 1866262 w 12191996"/>
              <a:gd name="csY274" fmla="*/ 6350221 h 6857998"/>
              <a:gd name="csX275" fmla="*/ 1896900 w 12191996"/>
              <a:gd name="csY275" fmla="*/ 6350221 h 6857998"/>
              <a:gd name="csX276" fmla="*/ 1896900 w 12191996"/>
              <a:gd name="csY276" fmla="*/ 6279965 h 6857998"/>
              <a:gd name="csX277" fmla="*/ 1854833 w 12191996"/>
              <a:gd name="csY277" fmla="*/ 6235921 h 6857998"/>
              <a:gd name="csX278" fmla="*/ 1821335 w 12191996"/>
              <a:gd name="csY278" fmla="*/ 6250399 h 6857998"/>
              <a:gd name="csX279" fmla="*/ 1821335 w 12191996"/>
              <a:gd name="csY279" fmla="*/ 6198126 h 6857998"/>
              <a:gd name="csX280" fmla="*/ 911539 w 12191996"/>
              <a:gd name="csY280" fmla="*/ 6198126 h 6857998"/>
              <a:gd name="csX281" fmla="*/ 911539 w 12191996"/>
              <a:gd name="csY281" fmla="*/ 6350221 h 6857998"/>
              <a:gd name="csX282" fmla="*/ 940908 w 12191996"/>
              <a:gd name="csY282" fmla="*/ 6350221 h 6857998"/>
              <a:gd name="csX283" fmla="*/ 940908 w 12191996"/>
              <a:gd name="csY283" fmla="*/ 6268687 h 6857998"/>
              <a:gd name="csX284" fmla="*/ 940908 w 12191996"/>
              <a:gd name="csY284" fmla="*/ 6239731 h 6857998"/>
              <a:gd name="csX285" fmla="*/ 952179 w 12191996"/>
              <a:gd name="csY285" fmla="*/ 6268992 h 6857998"/>
              <a:gd name="csX286" fmla="*/ 970753 w 12191996"/>
              <a:gd name="csY286" fmla="*/ 6314407 h 6857998"/>
              <a:gd name="csX287" fmla="*/ 984723 w 12191996"/>
              <a:gd name="csY287" fmla="*/ 6350221 h 6857998"/>
              <a:gd name="csX288" fmla="*/ 1011075 w 12191996"/>
              <a:gd name="csY288" fmla="*/ 6350221 h 6857998"/>
              <a:gd name="csX289" fmla="*/ 1025045 w 12191996"/>
              <a:gd name="csY289" fmla="*/ 6314407 h 6857998"/>
              <a:gd name="csX290" fmla="*/ 1043619 w 12191996"/>
              <a:gd name="csY290" fmla="*/ 6268992 h 6857998"/>
              <a:gd name="csX291" fmla="*/ 1054890 w 12191996"/>
              <a:gd name="csY291" fmla="*/ 6239731 h 6857998"/>
              <a:gd name="csX292" fmla="*/ 1054890 w 12191996"/>
              <a:gd name="csY292" fmla="*/ 6268687 h 6857998"/>
              <a:gd name="csX293" fmla="*/ 1054890 w 12191996"/>
              <a:gd name="csY293" fmla="*/ 6350221 h 6857998"/>
              <a:gd name="csX294" fmla="*/ 1084259 w 12191996"/>
              <a:gd name="csY294" fmla="*/ 6350221 h 6857998"/>
              <a:gd name="csX295" fmla="*/ 1084259 w 12191996"/>
              <a:gd name="csY295" fmla="*/ 6198126 h 6857998"/>
              <a:gd name="csX296" fmla="*/ 1042666 w 12191996"/>
              <a:gd name="csY296" fmla="*/ 6198126 h 6857998"/>
              <a:gd name="csX297" fmla="*/ 1010758 w 12191996"/>
              <a:gd name="csY297" fmla="*/ 6279660 h 6857998"/>
              <a:gd name="csX298" fmla="*/ 998058 w 12191996"/>
              <a:gd name="csY298" fmla="*/ 6314407 h 6857998"/>
              <a:gd name="csX299" fmla="*/ 997740 w 12191996"/>
              <a:gd name="csY299" fmla="*/ 6314407 h 6857998"/>
              <a:gd name="csX300" fmla="*/ 984723 w 12191996"/>
              <a:gd name="csY300" fmla="*/ 6279660 h 6857998"/>
              <a:gd name="csX301" fmla="*/ 952814 w 12191996"/>
              <a:gd name="csY301" fmla="*/ 6198126 h 6857998"/>
              <a:gd name="csX302" fmla="*/ 2811462 w 12191996"/>
              <a:gd name="csY302" fmla="*/ 6192640 h 6857998"/>
              <a:gd name="csX303" fmla="*/ 2793524 w 12191996"/>
              <a:gd name="csY303" fmla="*/ 6210166 h 6857998"/>
              <a:gd name="csX304" fmla="*/ 2811462 w 12191996"/>
              <a:gd name="csY304" fmla="*/ 6227692 h 6857998"/>
              <a:gd name="csX305" fmla="*/ 2829719 w 12191996"/>
              <a:gd name="csY305" fmla="*/ 6210166 h 6857998"/>
              <a:gd name="csX306" fmla="*/ 2811462 w 12191996"/>
              <a:gd name="csY306" fmla="*/ 6192640 h 6857998"/>
              <a:gd name="csX307" fmla="*/ 2322670 w 12191996"/>
              <a:gd name="csY307" fmla="*/ 6192640 h 6857998"/>
              <a:gd name="csX308" fmla="*/ 2304731 w 12191996"/>
              <a:gd name="csY308" fmla="*/ 6210166 h 6857998"/>
              <a:gd name="csX309" fmla="*/ 2322670 w 12191996"/>
              <a:gd name="csY309" fmla="*/ 6227692 h 6857998"/>
              <a:gd name="csX310" fmla="*/ 2340926 w 12191996"/>
              <a:gd name="csY310" fmla="*/ 6210166 h 6857998"/>
              <a:gd name="csX311" fmla="*/ 2322670 w 12191996"/>
              <a:gd name="csY311" fmla="*/ 6192640 h 6857998"/>
              <a:gd name="csX312" fmla="*/ 1630836 w 12191996"/>
              <a:gd name="csY312" fmla="*/ 6192640 h 6857998"/>
              <a:gd name="csX313" fmla="*/ 1612897 w 12191996"/>
              <a:gd name="csY313" fmla="*/ 6210166 h 6857998"/>
              <a:gd name="csX314" fmla="*/ 1630836 w 12191996"/>
              <a:gd name="csY314" fmla="*/ 6227692 h 6857998"/>
              <a:gd name="csX315" fmla="*/ 1649092 w 12191996"/>
              <a:gd name="csY315" fmla="*/ 6210166 h 6857998"/>
              <a:gd name="csX316" fmla="*/ 1630836 w 12191996"/>
              <a:gd name="csY316" fmla="*/ 6192640 h 6857998"/>
              <a:gd name="csX317" fmla="*/ 548482 w 12191996"/>
              <a:gd name="csY317" fmla="*/ 6160637 h 6857998"/>
              <a:gd name="csX318" fmla="*/ 565786 w 12191996"/>
              <a:gd name="csY318" fmla="*/ 6160637 h 6857998"/>
              <a:gd name="csX319" fmla="*/ 565786 w 12191996"/>
              <a:gd name="csY319" fmla="*/ 6204833 h 6857998"/>
              <a:gd name="csX320" fmla="*/ 579121 w 12191996"/>
              <a:gd name="csY320" fmla="*/ 6217939 h 6857998"/>
              <a:gd name="csX321" fmla="*/ 592297 w 12191996"/>
              <a:gd name="csY321" fmla="*/ 6204833 h 6857998"/>
              <a:gd name="csX322" fmla="*/ 592297 w 12191996"/>
              <a:gd name="csY322" fmla="*/ 6160637 h 6857998"/>
              <a:gd name="csX323" fmla="*/ 609759 w 12191996"/>
              <a:gd name="csY323" fmla="*/ 6160637 h 6857998"/>
              <a:gd name="csX324" fmla="*/ 609759 w 12191996"/>
              <a:gd name="csY324" fmla="*/ 6206357 h 6857998"/>
              <a:gd name="csX325" fmla="*/ 579121 w 12191996"/>
              <a:gd name="csY325" fmla="*/ 6234093 h 6857998"/>
              <a:gd name="csX326" fmla="*/ 548482 w 12191996"/>
              <a:gd name="csY326" fmla="*/ 6206357 h 6857998"/>
              <a:gd name="csX327" fmla="*/ 506413 w 12191996"/>
              <a:gd name="csY327" fmla="*/ 6086113 h 6857998"/>
              <a:gd name="csX328" fmla="*/ 506413 w 12191996"/>
              <a:gd name="csY328" fmla="*/ 6308465 h 6857998"/>
              <a:gd name="csX329" fmla="*/ 743903 w 12191996"/>
              <a:gd name="csY329" fmla="*/ 6197213 h 6857998"/>
              <a:gd name="csX330" fmla="*/ 0 w 12191996"/>
              <a:gd name="csY330" fmla="*/ 0 h 6857998"/>
              <a:gd name="csX331" fmla="*/ 12191996 w 12191996"/>
              <a:gd name="csY331" fmla="*/ 0 h 6857998"/>
              <a:gd name="csX332" fmla="*/ 12191996 w 12191996"/>
              <a:gd name="csY332" fmla="*/ 6857998 h 6857998"/>
              <a:gd name="csX333" fmla="*/ 0 w 12191996"/>
              <a:gd name="csY333" fmla="*/ 6857998 h 68579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</a:cxnLst>
            <a:rect l="l" t="t" r="r" b="b"/>
            <a:pathLst>
              <a:path w="12191996" h="6857998">
                <a:moveTo>
                  <a:pt x="684531" y="6310598"/>
                </a:moveTo>
                <a:lnTo>
                  <a:pt x="707073" y="6310598"/>
                </a:lnTo>
                <a:lnTo>
                  <a:pt x="720408" y="6346717"/>
                </a:lnTo>
                <a:lnTo>
                  <a:pt x="726441" y="6363481"/>
                </a:lnTo>
                <a:lnTo>
                  <a:pt x="732473" y="6346717"/>
                </a:lnTo>
                <a:lnTo>
                  <a:pt x="745808" y="6310598"/>
                </a:lnTo>
                <a:lnTo>
                  <a:pt x="768509" y="6310598"/>
                </a:lnTo>
                <a:lnTo>
                  <a:pt x="768509" y="6382836"/>
                </a:lnTo>
                <a:lnTo>
                  <a:pt x="752317" y="6382836"/>
                </a:lnTo>
                <a:lnTo>
                  <a:pt x="752317" y="6333611"/>
                </a:lnTo>
                <a:lnTo>
                  <a:pt x="746919" y="6347936"/>
                </a:lnTo>
                <a:lnTo>
                  <a:pt x="739934" y="6365919"/>
                </a:lnTo>
                <a:lnTo>
                  <a:pt x="733584" y="6382988"/>
                </a:lnTo>
                <a:lnTo>
                  <a:pt x="719456" y="6382988"/>
                </a:lnTo>
                <a:lnTo>
                  <a:pt x="713106" y="6365919"/>
                </a:lnTo>
                <a:lnTo>
                  <a:pt x="706121" y="6347936"/>
                </a:lnTo>
                <a:lnTo>
                  <a:pt x="700723" y="6333611"/>
                </a:lnTo>
                <a:lnTo>
                  <a:pt x="700723" y="6382836"/>
                </a:lnTo>
                <a:lnTo>
                  <a:pt x="684689" y="6382836"/>
                </a:lnTo>
                <a:lnTo>
                  <a:pt x="684531" y="6382836"/>
                </a:lnTo>
                <a:close/>
                <a:moveTo>
                  <a:pt x="1293016" y="6296425"/>
                </a:moveTo>
                <a:lnTo>
                  <a:pt x="1293016" y="6310445"/>
                </a:lnTo>
                <a:cubicBezTo>
                  <a:pt x="1293016" y="6321875"/>
                  <a:pt x="1282537" y="6330562"/>
                  <a:pt x="1267616" y="6330562"/>
                </a:cubicBezTo>
                <a:cubicBezTo>
                  <a:pt x="1256820" y="6330562"/>
                  <a:pt x="1249359" y="6326143"/>
                  <a:pt x="1249359" y="6317456"/>
                </a:cubicBezTo>
                <a:cubicBezTo>
                  <a:pt x="1249359" y="6310293"/>
                  <a:pt x="1253805" y="6306026"/>
                  <a:pt x="1264123" y="6304045"/>
                </a:cubicBezTo>
                <a:lnTo>
                  <a:pt x="1279681" y="6300997"/>
                </a:lnTo>
                <a:cubicBezTo>
                  <a:pt x="1286666" y="6299625"/>
                  <a:pt x="1291269" y="6298406"/>
                  <a:pt x="1293016" y="6296425"/>
                </a:cubicBezTo>
                <a:close/>
                <a:moveTo>
                  <a:pt x="1170936" y="6296425"/>
                </a:moveTo>
                <a:lnTo>
                  <a:pt x="1170936" y="6310445"/>
                </a:lnTo>
                <a:cubicBezTo>
                  <a:pt x="1170936" y="6321875"/>
                  <a:pt x="1160458" y="6330562"/>
                  <a:pt x="1145536" y="6330562"/>
                </a:cubicBezTo>
                <a:cubicBezTo>
                  <a:pt x="1134741" y="6330562"/>
                  <a:pt x="1127280" y="6326143"/>
                  <a:pt x="1127280" y="6317456"/>
                </a:cubicBezTo>
                <a:cubicBezTo>
                  <a:pt x="1127280" y="6310293"/>
                  <a:pt x="1131725" y="6306026"/>
                  <a:pt x="1142043" y="6304045"/>
                </a:cubicBezTo>
                <a:lnTo>
                  <a:pt x="1157601" y="6300997"/>
                </a:lnTo>
                <a:cubicBezTo>
                  <a:pt x="1164586" y="6299625"/>
                  <a:pt x="1169190" y="6298406"/>
                  <a:pt x="1170936" y="6296425"/>
                </a:cubicBezTo>
                <a:close/>
                <a:moveTo>
                  <a:pt x="2531109" y="6258324"/>
                </a:moveTo>
                <a:cubicBezTo>
                  <a:pt x="2547619" y="6258324"/>
                  <a:pt x="2558097" y="6268078"/>
                  <a:pt x="2558573" y="6283165"/>
                </a:cubicBezTo>
                <a:lnTo>
                  <a:pt x="2503328" y="6283165"/>
                </a:lnTo>
                <a:cubicBezTo>
                  <a:pt x="2504439" y="6267316"/>
                  <a:pt x="2514599" y="6258324"/>
                  <a:pt x="2531109" y="6258324"/>
                </a:cubicBezTo>
                <a:close/>
                <a:moveTo>
                  <a:pt x="2921000" y="6239122"/>
                </a:moveTo>
                <a:lnTo>
                  <a:pt x="2968149" y="6338792"/>
                </a:lnTo>
                <a:lnTo>
                  <a:pt x="2945289" y="6385883"/>
                </a:lnTo>
                <a:lnTo>
                  <a:pt x="2979420" y="6385883"/>
                </a:lnTo>
                <a:lnTo>
                  <a:pt x="3046411" y="6239122"/>
                </a:lnTo>
                <a:lnTo>
                  <a:pt x="3012757" y="6239122"/>
                </a:lnTo>
                <a:lnTo>
                  <a:pt x="2992914" y="6285756"/>
                </a:lnTo>
                <a:lnTo>
                  <a:pt x="2984182" y="6306940"/>
                </a:lnTo>
                <a:lnTo>
                  <a:pt x="2975134" y="6285604"/>
                </a:lnTo>
                <a:lnTo>
                  <a:pt x="2954972" y="6239122"/>
                </a:lnTo>
                <a:close/>
                <a:moveTo>
                  <a:pt x="2796380" y="6239122"/>
                </a:moveTo>
                <a:lnTo>
                  <a:pt x="2796380" y="6350222"/>
                </a:lnTo>
                <a:lnTo>
                  <a:pt x="2826702" y="6350222"/>
                </a:lnTo>
                <a:lnTo>
                  <a:pt x="2826702" y="6239122"/>
                </a:lnTo>
                <a:close/>
                <a:moveTo>
                  <a:pt x="2349499" y="6239122"/>
                </a:moveTo>
                <a:lnTo>
                  <a:pt x="2396013" y="6350222"/>
                </a:lnTo>
                <a:lnTo>
                  <a:pt x="2426810" y="6350222"/>
                </a:lnTo>
                <a:lnTo>
                  <a:pt x="2473324" y="6239122"/>
                </a:lnTo>
                <a:lnTo>
                  <a:pt x="2439352" y="6239122"/>
                </a:lnTo>
                <a:lnTo>
                  <a:pt x="2421572" y="6289262"/>
                </a:lnTo>
                <a:lnTo>
                  <a:pt x="2411570" y="6317608"/>
                </a:lnTo>
                <a:lnTo>
                  <a:pt x="2401252" y="6289262"/>
                </a:lnTo>
                <a:lnTo>
                  <a:pt x="2383471" y="6239122"/>
                </a:lnTo>
                <a:close/>
                <a:moveTo>
                  <a:pt x="2307589" y="6239122"/>
                </a:moveTo>
                <a:lnTo>
                  <a:pt x="2307589" y="6350222"/>
                </a:lnTo>
                <a:lnTo>
                  <a:pt x="2337910" y="6350222"/>
                </a:lnTo>
                <a:lnTo>
                  <a:pt x="2337910" y="6239122"/>
                </a:lnTo>
                <a:close/>
                <a:moveTo>
                  <a:pt x="1615755" y="6239122"/>
                </a:moveTo>
                <a:lnTo>
                  <a:pt x="1615755" y="6350222"/>
                </a:lnTo>
                <a:lnTo>
                  <a:pt x="1646076" y="6350222"/>
                </a:lnTo>
                <a:lnTo>
                  <a:pt x="1646076" y="6239122"/>
                </a:lnTo>
                <a:close/>
                <a:moveTo>
                  <a:pt x="795656" y="6238361"/>
                </a:moveTo>
                <a:lnTo>
                  <a:pt x="558166" y="6349460"/>
                </a:lnTo>
                <a:lnTo>
                  <a:pt x="795656" y="6460560"/>
                </a:lnTo>
                <a:close/>
                <a:moveTo>
                  <a:pt x="2665729" y="6236836"/>
                </a:moveTo>
                <a:cubicBezTo>
                  <a:pt x="2651441" y="6236836"/>
                  <a:pt x="2640329" y="6243542"/>
                  <a:pt x="2635566" y="6255886"/>
                </a:cubicBezTo>
                <a:lnTo>
                  <a:pt x="2635566" y="6239122"/>
                </a:lnTo>
                <a:lnTo>
                  <a:pt x="2606515" y="6239122"/>
                </a:lnTo>
                <a:lnTo>
                  <a:pt x="2606515" y="6350222"/>
                </a:lnTo>
                <a:lnTo>
                  <a:pt x="2606674" y="6350069"/>
                </a:lnTo>
                <a:lnTo>
                  <a:pt x="2636995" y="6350069"/>
                </a:lnTo>
                <a:lnTo>
                  <a:pt x="2636995" y="6294900"/>
                </a:lnTo>
                <a:cubicBezTo>
                  <a:pt x="2636995" y="6276765"/>
                  <a:pt x="2647314" y="6266249"/>
                  <a:pt x="2666364" y="6266249"/>
                </a:cubicBezTo>
                <a:lnTo>
                  <a:pt x="2670809" y="6266249"/>
                </a:lnTo>
                <a:lnTo>
                  <a:pt x="2670809" y="6236836"/>
                </a:lnTo>
                <a:close/>
                <a:moveTo>
                  <a:pt x="1597181" y="6236836"/>
                </a:moveTo>
                <a:cubicBezTo>
                  <a:pt x="1583052" y="6236836"/>
                  <a:pt x="1571781" y="6243542"/>
                  <a:pt x="1567018" y="6255886"/>
                </a:cubicBezTo>
                <a:lnTo>
                  <a:pt x="1567018" y="6239122"/>
                </a:lnTo>
                <a:lnTo>
                  <a:pt x="1537967" y="6239122"/>
                </a:lnTo>
                <a:lnTo>
                  <a:pt x="1537967" y="6350222"/>
                </a:lnTo>
                <a:lnTo>
                  <a:pt x="1538284" y="6350069"/>
                </a:lnTo>
                <a:lnTo>
                  <a:pt x="1568606" y="6350069"/>
                </a:lnTo>
                <a:lnTo>
                  <a:pt x="1568606" y="6294900"/>
                </a:lnTo>
                <a:cubicBezTo>
                  <a:pt x="1568606" y="6276765"/>
                  <a:pt x="1578924" y="6266249"/>
                  <a:pt x="1597974" y="6266249"/>
                </a:cubicBezTo>
                <a:lnTo>
                  <a:pt x="1602419" y="6266249"/>
                </a:lnTo>
                <a:lnTo>
                  <a:pt x="1602419" y="6236836"/>
                </a:lnTo>
                <a:close/>
                <a:moveTo>
                  <a:pt x="1717354" y="6235922"/>
                </a:moveTo>
                <a:cubicBezTo>
                  <a:pt x="1680207" y="6235922"/>
                  <a:pt x="1656553" y="6260306"/>
                  <a:pt x="1656553" y="6294596"/>
                </a:cubicBezTo>
                <a:cubicBezTo>
                  <a:pt x="1656553" y="6328886"/>
                  <a:pt x="1680524" y="6353422"/>
                  <a:pt x="1716243" y="6353422"/>
                </a:cubicBezTo>
                <a:cubicBezTo>
                  <a:pt x="1752438" y="6353422"/>
                  <a:pt x="1771012" y="6331172"/>
                  <a:pt x="1773552" y="6306331"/>
                </a:cubicBezTo>
                <a:lnTo>
                  <a:pt x="1742754" y="6306331"/>
                </a:lnTo>
                <a:cubicBezTo>
                  <a:pt x="1739738" y="6320961"/>
                  <a:pt x="1729578" y="6327057"/>
                  <a:pt x="1716402" y="6327057"/>
                </a:cubicBezTo>
                <a:cubicBezTo>
                  <a:pt x="1698939" y="6327057"/>
                  <a:pt x="1687192" y="6315170"/>
                  <a:pt x="1687192" y="6294444"/>
                </a:cubicBezTo>
                <a:cubicBezTo>
                  <a:pt x="1687192" y="6273717"/>
                  <a:pt x="1698622" y="6262135"/>
                  <a:pt x="1716402" y="6262135"/>
                </a:cubicBezTo>
                <a:cubicBezTo>
                  <a:pt x="1730213" y="6262135"/>
                  <a:pt x="1740691" y="6269755"/>
                  <a:pt x="1742754" y="6283318"/>
                </a:cubicBezTo>
                <a:lnTo>
                  <a:pt x="1773552" y="6283318"/>
                </a:lnTo>
                <a:cubicBezTo>
                  <a:pt x="1772441" y="6258325"/>
                  <a:pt x="1751962" y="6235922"/>
                  <a:pt x="1717354" y="6235922"/>
                </a:cubicBezTo>
                <a:close/>
                <a:moveTo>
                  <a:pt x="2731293" y="6235769"/>
                </a:moveTo>
                <a:cubicBezTo>
                  <a:pt x="2700972" y="6235769"/>
                  <a:pt x="2680969" y="6250247"/>
                  <a:pt x="2680969" y="6272040"/>
                </a:cubicBezTo>
                <a:cubicBezTo>
                  <a:pt x="2680969" y="6289261"/>
                  <a:pt x="2691923" y="6300082"/>
                  <a:pt x="2712878" y="6303282"/>
                </a:cubicBezTo>
                <a:lnTo>
                  <a:pt x="2739548" y="6307397"/>
                </a:lnTo>
                <a:cubicBezTo>
                  <a:pt x="2749073" y="6308921"/>
                  <a:pt x="2752406" y="6311969"/>
                  <a:pt x="2752406" y="6318217"/>
                </a:cubicBezTo>
                <a:cubicBezTo>
                  <a:pt x="2752406" y="6326142"/>
                  <a:pt x="2744946" y="6331171"/>
                  <a:pt x="2732881" y="6331171"/>
                </a:cubicBezTo>
                <a:cubicBezTo>
                  <a:pt x="2718910" y="6331171"/>
                  <a:pt x="2709544" y="6324466"/>
                  <a:pt x="2708592" y="6314103"/>
                </a:cubicBezTo>
                <a:lnTo>
                  <a:pt x="2677794" y="6314103"/>
                </a:lnTo>
                <a:cubicBezTo>
                  <a:pt x="2678270" y="6337725"/>
                  <a:pt x="2700336" y="6353422"/>
                  <a:pt x="2731769" y="6353422"/>
                </a:cubicBezTo>
                <a:cubicBezTo>
                  <a:pt x="2763043" y="6353422"/>
                  <a:pt x="2783204" y="6338487"/>
                  <a:pt x="2783204" y="6315627"/>
                </a:cubicBezTo>
                <a:cubicBezTo>
                  <a:pt x="2783204" y="6298253"/>
                  <a:pt x="2772726" y="6287128"/>
                  <a:pt x="2752725" y="6284080"/>
                </a:cubicBezTo>
                <a:lnTo>
                  <a:pt x="2725101" y="6279965"/>
                </a:lnTo>
                <a:cubicBezTo>
                  <a:pt x="2715735" y="6278441"/>
                  <a:pt x="2711766" y="6275393"/>
                  <a:pt x="2711766" y="6269602"/>
                </a:cubicBezTo>
                <a:cubicBezTo>
                  <a:pt x="2711766" y="6262287"/>
                  <a:pt x="2718752" y="6257257"/>
                  <a:pt x="2730182" y="6257257"/>
                </a:cubicBezTo>
                <a:cubicBezTo>
                  <a:pt x="2742723" y="6257257"/>
                  <a:pt x="2750978" y="6263049"/>
                  <a:pt x="2751930" y="6273259"/>
                </a:cubicBezTo>
                <a:lnTo>
                  <a:pt x="2782729" y="6273259"/>
                </a:lnTo>
                <a:cubicBezTo>
                  <a:pt x="2782093" y="6250704"/>
                  <a:pt x="2761614" y="6235769"/>
                  <a:pt x="2731293" y="6235769"/>
                </a:cubicBezTo>
                <a:close/>
                <a:moveTo>
                  <a:pt x="2530792" y="6235769"/>
                </a:moveTo>
                <a:cubicBezTo>
                  <a:pt x="2496026" y="6235769"/>
                  <a:pt x="2472213" y="6258477"/>
                  <a:pt x="2472213" y="6294291"/>
                </a:cubicBezTo>
                <a:cubicBezTo>
                  <a:pt x="2472213" y="6321152"/>
                  <a:pt x="2485340" y="6340983"/>
                  <a:pt x="2507173" y="6349219"/>
                </a:cubicBezTo>
                <a:lnTo>
                  <a:pt x="2531647" y="6353406"/>
                </a:lnTo>
                <a:lnTo>
                  <a:pt x="2531585" y="6353422"/>
                </a:lnTo>
                <a:lnTo>
                  <a:pt x="2531744" y="6353422"/>
                </a:lnTo>
                <a:lnTo>
                  <a:pt x="2531647" y="6353406"/>
                </a:lnTo>
                <a:lnTo>
                  <a:pt x="2568376" y="6343554"/>
                </a:lnTo>
                <a:cubicBezTo>
                  <a:pt x="2577941" y="6337153"/>
                  <a:pt x="2584608" y="6327819"/>
                  <a:pt x="2587783" y="6316084"/>
                </a:cubicBezTo>
                <a:lnTo>
                  <a:pt x="2556827" y="6316084"/>
                </a:lnTo>
                <a:cubicBezTo>
                  <a:pt x="2553810" y="6324618"/>
                  <a:pt x="2545238" y="6330257"/>
                  <a:pt x="2532379" y="6330257"/>
                </a:cubicBezTo>
                <a:cubicBezTo>
                  <a:pt x="2514917" y="6330257"/>
                  <a:pt x="2503804" y="6319894"/>
                  <a:pt x="2503169" y="6304197"/>
                </a:cubicBezTo>
                <a:lnTo>
                  <a:pt x="2588259" y="6304197"/>
                </a:lnTo>
                <a:cubicBezTo>
                  <a:pt x="2588894" y="6300539"/>
                  <a:pt x="2589371" y="6295510"/>
                  <a:pt x="2589371" y="6290328"/>
                </a:cubicBezTo>
                <a:lnTo>
                  <a:pt x="2589371" y="6289871"/>
                </a:lnTo>
                <a:cubicBezTo>
                  <a:pt x="2589371" y="6257562"/>
                  <a:pt x="2565558" y="6235769"/>
                  <a:pt x="2530792" y="6235769"/>
                </a:cubicBezTo>
                <a:close/>
                <a:moveTo>
                  <a:pt x="2249169" y="6235769"/>
                </a:moveTo>
                <a:cubicBezTo>
                  <a:pt x="2234247" y="6235769"/>
                  <a:pt x="2220911" y="6241713"/>
                  <a:pt x="2214402" y="6251771"/>
                </a:cubicBezTo>
                <a:lnTo>
                  <a:pt x="2214402" y="6239122"/>
                </a:lnTo>
                <a:lnTo>
                  <a:pt x="2185352" y="6239122"/>
                </a:lnTo>
                <a:lnTo>
                  <a:pt x="2185352" y="6350069"/>
                </a:lnTo>
                <a:lnTo>
                  <a:pt x="2215673" y="6350069"/>
                </a:lnTo>
                <a:lnTo>
                  <a:pt x="2215673" y="6287280"/>
                </a:lnTo>
                <a:cubicBezTo>
                  <a:pt x="2215673" y="6272497"/>
                  <a:pt x="2224563" y="6262744"/>
                  <a:pt x="2239327" y="6262744"/>
                </a:cubicBezTo>
                <a:cubicBezTo>
                  <a:pt x="2253138" y="6262744"/>
                  <a:pt x="2260599" y="6271126"/>
                  <a:pt x="2260599" y="6286061"/>
                </a:cubicBezTo>
                <a:lnTo>
                  <a:pt x="2260599" y="6350069"/>
                </a:lnTo>
                <a:lnTo>
                  <a:pt x="2291237" y="6350069"/>
                </a:lnTo>
                <a:lnTo>
                  <a:pt x="2291237" y="6279813"/>
                </a:lnTo>
                <a:cubicBezTo>
                  <a:pt x="2291237" y="6248875"/>
                  <a:pt x="2273140" y="6235769"/>
                  <a:pt x="2249169" y="6235769"/>
                </a:cubicBezTo>
                <a:close/>
                <a:moveTo>
                  <a:pt x="1396680" y="6235769"/>
                </a:moveTo>
                <a:cubicBezTo>
                  <a:pt x="1366358" y="6235769"/>
                  <a:pt x="1346356" y="6250247"/>
                  <a:pt x="1346356" y="6272040"/>
                </a:cubicBezTo>
                <a:cubicBezTo>
                  <a:pt x="1346356" y="6289261"/>
                  <a:pt x="1357310" y="6300082"/>
                  <a:pt x="1378265" y="6303282"/>
                </a:cubicBezTo>
                <a:lnTo>
                  <a:pt x="1404935" y="6307397"/>
                </a:lnTo>
                <a:cubicBezTo>
                  <a:pt x="1414460" y="6308921"/>
                  <a:pt x="1417794" y="6311969"/>
                  <a:pt x="1417794" y="6318217"/>
                </a:cubicBezTo>
                <a:cubicBezTo>
                  <a:pt x="1417794" y="6326142"/>
                  <a:pt x="1410332" y="6331171"/>
                  <a:pt x="1398267" y="6331171"/>
                </a:cubicBezTo>
                <a:cubicBezTo>
                  <a:pt x="1384297" y="6331171"/>
                  <a:pt x="1374931" y="6324466"/>
                  <a:pt x="1373979" y="6314103"/>
                </a:cubicBezTo>
                <a:lnTo>
                  <a:pt x="1343181" y="6314103"/>
                </a:lnTo>
                <a:cubicBezTo>
                  <a:pt x="1343657" y="6337725"/>
                  <a:pt x="1365724" y="6353422"/>
                  <a:pt x="1397156" y="6353422"/>
                </a:cubicBezTo>
                <a:cubicBezTo>
                  <a:pt x="1428430" y="6353422"/>
                  <a:pt x="1448591" y="6338487"/>
                  <a:pt x="1448591" y="6315627"/>
                </a:cubicBezTo>
                <a:cubicBezTo>
                  <a:pt x="1448591" y="6298253"/>
                  <a:pt x="1437955" y="6287128"/>
                  <a:pt x="1417952" y="6284080"/>
                </a:cubicBezTo>
                <a:lnTo>
                  <a:pt x="1390330" y="6279965"/>
                </a:lnTo>
                <a:cubicBezTo>
                  <a:pt x="1381122" y="6278441"/>
                  <a:pt x="1377153" y="6275393"/>
                  <a:pt x="1377153" y="6269602"/>
                </a:cubicBezTo>
                <a:cubicBezTo>
                  <a:pt x="1377153" y="6262287"/>
                  <a:pt x="1384139" y="6257257"/>
                  <a:pt x="1395568" y="6257257"/>
                </a:cubicBezTo>
                <a:cubicBezTo>
                  <a:pt x="1408110" y="6257257"/>
                  <a:pt x="1416365" y="6263049"/>
                  <a:pt x="1417317" y="6273259"/>
                </a:cubicBezTo>
                <a:lnTo>
                  <a:pt x="1448115" y="6273259"/>
                </a:lnTo>
                <a:cubicBezTo>
                  <a:pt x="1447480" y="6250704"/>
                  <a:pt x="1427001" y="6235769"/>
                  <a:pt x="1396680" y="6235769"/>
                </a:cubicBezTo>
                <a:close/>
                <a:moveTo>
                  <a:pt x="1274760" y="6235617"/>
                </a:moveTo>
                <a:cubicBezTo>
                  <a:pt x="1245708" y="6235617"/>
                  <a:pt x="1223483" y="6250705"/>
                  <a:pt x="1221895" y="6273565"/>
                </a:cubicBezTo>
                <a:lnTo>
                  <a:pt x="1252692" y="6273565"/>
                </a:lnTo>
                <a:cubicBezTo>
                  <a:pt x="1253805" y="6263506"/>
                  <a:pt x="1263329" y="6258325"/>
                  <a:pt x="1274917" y="6258325"/>
                </a:cubicBezTo>
                <a:cubicBezTo>
                  <a:pt x="1286507" y="6258325"/>
                  <a:pt x="1292857" y="6263049"/>
                  <a:pt x="1292857" y="6270364"/>
                </a:cubicBezTo>
                <a:cubicBezTo>
                  <a:pt x="1292857" y="6276155"/>
                  <a:pt x="1289047" y="6278746"/>
                  <a:pt x="1281586" y="6280118"/>
                </a:cubicBezTo>
                <a:lnTo>
                  <a:pt x="1254439" y="6284690"/>
                </a:lnTo>
                <a:cubicBezTo>
                  <a:pt x="1233008" y="6288195"/>
                  <a:pt x="1218562" y="6298253"/>
                  <a:pt x="1218562" y="6319285"/>
                </a:cubicBezTo>
                <a:cubicBezTo>
                  <a:pt x="1218562" y="6340316"/>
                  <a:pt x="1235388" y="6353422"/>
                  <a:pt x="1259678" y="6353422"/>
                </a:cubicBezTo>
                <a:lnTo>
                  <a:pt x="1259836" y="6353270"/>
                </a:lnTo>
                <a:cubicBezTo>
                  <a:pt x="1276664" y="6353270"/>
                  <a:pt x="1287460" y="6347021"/>
                  <a:pt x="1295079" y="6340163"/>
                </a:cubicBezTo>
                <a:cubicBezTo>
                  <a:pt x="1299207" y="6348698"/>
                  <a:pt x="1306985" y="6352203"/>
                  <a:pt x="1317146" y="6352203"/>
                </a:cubicBezTo>
                <a:cubicBezTo>
                  <a:pt x="1324290" y="6352203"/>
                  <a:pt x="1330322" y="6350984"/>
                  <a:pt x="1335085" y="6349003"/>
                </a:cubicBezTo>
                <a:lnTo>
                  <a:pt x="1335085" y="6326295"/>
                </a:lnTo>
                <a:cubicBezTo>
                  <a:pt x="1333180" y="6326752"/>
                  <a:pt x="1331592" y="6326905"/>
                  <a:pt x="1329846" y="6326905"/>
                </a:cubicBezTo>
                <a:cubicBezTo>
                  <a:pt x="1326194" y="6326905"/>
                  <a:pt x="1323496" y="6325381"/>
                  <a:pt x="1323496" y="6320047"/>
                </a:cubicBezTo>
                <a:lnTo>
                  <a:pt x="1323496" y="6271888"/>
                </a:lnTo>
                <a:cubicBezTo>
                  <a:pt x="1323496" y="6250705"/>
                  <a:pt x="1307144" y="6235617"/>
                  <a:pt x="1274760" y="6235617"/>
                </a:cubicBezTo>
                <a:close/>
                <a:moveTo>
                  <a:pt x="1152680" y="6235617"/>
                </a:moveTo>
                <a:cubicBezTo>
                  <a:pt x="1123628" y="6235617"/>
                  <a:pt x="1101403" y="6250705"/>
                  <a:pt x="1099816" y="6273565"/>
                </a:cubicBezTo>
                <a:lnTo>
                  <a:pt x="1130613" y="6273565"/>
                </a:lnTo>
                <a:cubicBezTo>
                  <a:pt x="1131725" y="6263506"/>
                  <a:pt x="1141250" y="6258325"/>
                  <a:pt x="1152838" y="6258325"/>
                </a:cubicBezTo>
                <a:cubicBezTo>
                  <a:pt x="1164427" y="6258325"/>
                  <a:pt x="1170777" y="6263049"/>
                  <a:pt x="1170777" y="6270364"/>
                </a:cubicBezTo>
                <a:cubicBezTo>
                  <a:pt x="1170777" y="6276155"/>
                  <a:pt x="1166967" y="6278746"/>
                  <a:pt x="1159506" y="6280118"/>
                </a:cubicBezTo>
                <a:lnTo>
                  <a:pt x="1132360" y="6284690"/>
                </a:lnTo>
                <a:cubicBezTo>
                  <a:pt x="1110928" y="6288195"/>
                  <a:pt x="1096482" y="6298253"/>
                  <a:pt x="1096482" y="6319285"/>
                </a:cubicBezTo>
                <a:cubicBezTo>
                  <a:pt x="1096482" y="6340316"/>
                  <a:pt x="1113310" y="6353422"/>
                  <a:pt x="1137598" y="6353422"/>
                </a:cubicBezTo>
                <a:lnTo>
                  <a:pt x="1137757" y="6353270"/>
                </a:lnTo>
                <a:cubicBezTo>
                  <a:pt x="1154585" y="6353270"/>
                  <a:pt x="1165380" y="6347021"/>
                  <a:pt x="1173000" y="6340163"/>
                </a:cubicBezTo>
                <a:cubicBezTo>
                  <a:pt x="1177127" y="6348698"/>
                  <a:pt x="1184906" y="6352203"/>
                  <a:pt x="1195066" y="6352203"/>
                </a:cubicBezTo>
                <a:cubicBezTo>
                  <a:pt x="1202210" y="6352203"/>
                  <a:pt x="1208242" y="6350984"/>
                  <a:pt x="1213005" y="6349003"/>
                </a:cubicBezTo>
                <a:lnTo>
                  <a:pt x="1213005" y="6326295"/>
                </a:lnTo>
                <a:cubicBezTo>
                  <a:pt x="1211100" y="6326752"/>
                  <a:pt x="1209512" y="6326905"/>
                  <a:pt x="1207766" y="6326905"/>
                </a:cubicBezTo>
                <a:cubicBezTo>
                  <a:pt x="1204115" y="6326905"/>
                  <a:pt x="1201416" y="6325381"/>
                  <a:pt x="1201416" y="6320047"/>
                </a:cubicBezTo>
                <a:lnTo>
                  <a:pt x="1201416" y="6271888"/>
                </a:lnTo>
                <a:cubicBezTo>
                  <a:pt x="1201416" y="6250705"/>
                  <a:pt x="1185065" y="6235617"/>
                  <a:pt x="1152680" y="6235617"/>
                </a:cubicBezTo>
                <a:close/>
                <a:moveTo>
                  <a:pt x="2862103" y="6212452"/>
                </a:moveTo>
                <a:lnTo>
                  <a:pt x="2862103" y="6229978"/>
                </a:lnTo>
                <a:cubicBezTo>
                  <a:pt x="2862103" y="6238055"/>
                  <a:pt x="2859405" y="6240798"/>
                  <a:pt x="2850832" y="6240798"/>
                </a:cubicBezTo>
                <a:lnTo>
                  <a:pt x="2842260" y="6240798"/>
                </a:lnTo>
                <a:lnTo>
                  <a:pt x="2842260" y="6264116"/>
                </a:lnTo>
                <a:lnTo>
                  <a:pt x="2860040" y="6264116"/>
                </a:lnTo>
                <a:lnTo>
                  <a:pt x="2860040" y="6323399"/>
                </a:lnTo>
                <a:cubicBezTo>
                  <a:pt x="2860040" y="6341992"/>
                  <a:pt x="2871470" y="6352355"/>
                  <a:pt x="2892107" y="6352355"/>
                </a:cubicBezTo>
                <a:lnTo>
                  <a:pt x="2892266" y="6352203"/>
                </a:lnTo>
                <a:cubicBezTo>
                  <a:pt x="2899885" y="6352203"/>
                  <a:pt x="2905284" y="6351288"/>
                  <a:pt x="2911157" y="6349612"/>
                </a:cubicBezTo>
                <a:lnTo>
                  <a:pt x="2911157" y="6323094"/>
                </a:lnTo>
                <a:cubicBezTo>
                  <a:pt x="2907506" y="6323704"/>
                  <a:pt x="2904966" y="6324161"/>
                  <a:pt x="2901633" y="6324161"/>
                </a:cubicBezTo>
                <a:cubicBezTo>
                  <a:pt x="2894011" y="6324161"/>
                  <a:pt x="2890361" y="6320504"/>
                  <a:pt x="2890361" y="6312274"/>
                </a:cubicBezTo>
                <a:lnTo>
                  <a:pt x="2890361" y="6263963"/>
                </a:lnTo>
                <a:lnTo>
                  <a:pt x="2910999" y="6263963"/>
                </a:lnTo>
                <a:lnTo>
                  <a:pt x="2910999" y="6238970"/>
                </a:lnTo>
                <a:lnTo>
                  <a:pt x="2890361" y="6238970"/>
                </a:lnTo>
                <a:lnTo>
                  <a:pt x="2890361" y="6212452"/>
                </a:lnTo>
                <a:close/>
                <a:moveTo>
                  <a:pt x="1928493" y="6212452"/>
                </a:moveTo>
                <a:lnTo>
                  <a:pt x="1928493" y="6229978"/>
                </a:lnTo>
                <a:cubicBezTo>
                  <a:pt x="1928493" y="6238055"/>
                  <a:pt x="1925794" y="6240798"/>
                  <a:pt x="1917222" y="6240798"/>
                </a:cubicBezTo>
                <a:lnTo>
                  <a:pt x="1908649" y="6240798"/>
                </a:lnTo>
                <a:lnTo>
                  <a:pt x="1908649" y="6264116"/>
                </a:lnTo>
                <a:lnTo>
                  <a:pt x="1926429" y="6264116"/>
                </a:lnTo>
                <a:lnTo>
                  <a:pt x="1926429" y="6323399"/>
                </a:lnTo>
                <a:cubicBezTo>
                  <a:pt x="1926429" y="6341992"/>
                  <a:pt x="1937859" y="6352355"/>
                  <a:pt x="1958496" y="6352355"/>
                </a:cubicBezTo>
                <a:lnTo>
                  <a:pt x="1958496" y="6352203"/>
                </a:lnTo>
                <a:cubicBezTo>
                  <a:pt x="1966116" y="6352203"/>
                  <a:pt x="1971514" y="6351288"/>
                  <a:pt x="1977388" y="6349612"/>
                </a:cubicBezTo>
                <a:lnTo>
                  <a:pt x="1977388" y="6323094"/>
                </a:lnTo>
                <a:cubicBezTo>
                  <a:pt x="1973895" y="6323704"/>
                  <a:pt x="1971355" y="6324161"/>
                  <a:pt x="1968021" y="6324161"/>
                </a:cubicBezTo>
                <a:cubicBezTo>
                  <a:pt x="1960401" y="6324161"/>
                  <a:pt x="1956750" y="6320504"/>
                  <a:pt x="1956750" y="6312274"/>
                </a:cubicBezTo>
                <a:lnTo>
                  <a:pt x="1956750" y="6263963"/>
                </a:lnTo>
                <a:lnTo>
                  <a:pt x="1977388" y="6263963"/>
                </a:lnTo>
                <a:lnTo>
                  <a:pt x="1977388" y="6238970"/>
                </a:lnTo>
                <a:lnTo>
                  <a:pt x="1956750" y="6238970"/>
                </a:lnTo>
                <a:lnTo>
                  <a:pt x="1956750" y="6212452"/>
                </a:lnTo>
                <a:close/>
                <a:moveTo>
                  <a:pt x="1474309" y="6212452"/>
                </a:moveTo>
                <a:lnTo>
                  <a:pt x="1474309" y="6229978"/>
                </a:lnTo>
                <a:cubicBezTo>
                  <a:pt x="1474309" y="6238055"/>
                  <a:pt x="1471610" y="6240798"/>
                  <a:pt x="1463037" y="6240798"/>
                </a:cubicBezTo>
                <a:lnTo>
                  <a:pt x="1454465" y="6240798"/>
                </a:lnTo>
                <a:lnTo>
                  <a:pt x="1454465" y="6264116"/>
                </a:lnTo>
                <a:lnTo>
                  <a:pt x="1472245" y="6264116"/>
                </a:lnTo>
                <a:lnTo>
                  <a:pt x="1472245" y="6323399"/>
                </a:lnTo>
                <a:cubicBezTo>
                  <a:pt x="1472245" y="6341992"/>
                  <a:pt x="1483675" y="6352355"/>
                  <a:pt x="1504312" y="6352355"/>
                </a:cubicBezTo>
                <a:lnTo>
                  <a:pt x="1504312" y="6352203"/>
                </a:lnTo>
                <a:cubicBezTo>
                  <a:pt x="1511932" y="6352203"/>
                  <a:pt x="1517330" y="6351288"/>
                  <a:pt x="1523204" y="6349612"/>
                </a:cubicBezTo>
                <a:lnTo>
                  <a:pt x="1523204" y="6323094"/>
                </a:lnTo>
                <a:cubicBezTo>
                  <a:pt x="1519711" y="6323704"/>
                  <a:pt x="1517171" y="6324161"/>
                  <a:pt x="1513837" y="6324161"/>
                </a:cubicBezTo>
                <a:cubicBezTo>
                  <a:pt x="1506217" y="6324161"/>
                  <a:pt x="1502566" y="6320504"/>
                  <a:pt x="1502566" y="6312274"/>
                </a:cubicBezTo>
                <a:lnTo>
                  <a:pt x="1502566" y="6263963"/>
                </a:lnTo>
                <a:lnTo>
                  <a:pt x="1523204" y="6263963"/>
                </a:lnTo>
                <a:lnTo>
                  <a:pt x="1523204" y="6238970"/>
                </a:lnTo>
                <a:lnTo>
                  <a:pt x="1502566" y="6238970"/>
                </a:lnTo>
                <a:lnTo>
                  <a:pt x="1502566" y="6212452"/>
                </a:lnTo>
                <a:close/>
                <a:moveTo>
                  <a:pt x="2042158" y="6198126"/>
                </a:moveTo>
                <a:lnTo>
                  <a:pt x="2042158" y="6295662"/>
                </a:lnTo>
                <a:cubicBezTo>
                  <a:pt x="2042158" y="6331171"/>
                  <a:pt x="2066447" y="6353422"/>
                  <a:pt x="2105024" y="6353422"/>
                </a:cubicBezTo>
                <a:cubicBezTo>
                  <a:pt x="2143599" y="6353422"/>
                  <a:pt x="2167888" y="6331324"/>
                  <a:pt x="2167888" y="6295662"/>
                </a:cubicBezTo>
                <a:lnTo>
                  <a:pt x="2167888" y="6198126"/>
                </a:lnTo>
                <a:lnTo>
                  <a:pt x="2135979" y="6198126"/>
                </a:lnTo>
                <a:lnTo>
                  <a:pt x="2135979" y="6292766"/>
                </a:lnTo>
                <a:cubicBezTo>
                  <a:pt x="2135979" y="6310902"/>
                  <a:pt x="2125820" y="6323856"/>
                  <a:pt x="2105024" y="6323856"/>
                </a:cubicBezTo>
                <a:cubicBezTo>
                  <a:pt x="2084227" y="6323856"/>
                  <a:pt x="2074067" y="6310902"/>
                  <a:pt x="2074067" y="6292766"/>
                </a:cubicBezTo>
                <a:lnTo>
                  <a:pt x="2074067" y="6198126"/>
                </a:lnTo>
                <a:close/>
                <a:moveTo>
                  <a:pt x="1791014" y="6198126"/>
                </a:moveTo>
                <a:lnTo>
                  <a:pt x="1791014" y="6350221"/>
                </a:lnTo>
                <a:lnTo>
                  <a:pt x="1821335" y="6350221"/>
                </a:lnTo>
                <a:lnTo>
                  <a:pt x="1821335" y="6287280"/>
                </a:lnTo>
                <a:cubicBezTo>
                  <a:pt x="1821335" y="6272650"/>
                  <a:pt x="1830066" y="6262744"/>
                  <a:pt x="1845149" y="6262744"/>
                </a:cubicBezTo>
                <a:cubicBezTo>
                  <a:pt x="1858800" y="6262744"/>
                  <a:pt x="1866262" y="6271126"/>
                  <a:pt x="1866262" y="6286213"/>
                </a:cubicBezTo>
                <a:lnTo>
                  <a:pt x="1866262" y="6350221"/>
                </a:lnTo>
                <a:lnTo>
                  <a:pt x="1896900" y="6350221"/>
                </a:lnTo>
                <a:lnTo>
                  <a:pt x="1896900" y="6279965"/>
                </a:lnTo>
                <a:cubicBezTo>
                  <a:pt x="1896900" y="6249028"/>
                  <a:pt x="1878803" y="6235921"/>
                  <a:pt x="1854833" y="6235921"/>
                </a:cubicBezTo>
                <a:cubicBezTo>
                  <a:pt x="1840703" y="6235921"/>
                  <a:pt x="1827845" y="6241408"/>
                  <a:pt x="1821335" y="6250399"/>
                </a:cubicBezTo>
                <a:lnTo>
                  <a:pt x="1821335" y="6198126"/>
                </a:lnTo>
                <a:close/>
                <a:moveTo>
                  <a:pt x="911539" y="6198126"/>
                </a:moveTo>
                <a:lnTo>
                  <a:pt x="911539" y="6350221"/>
                </a:lnTo>
                <a:lnTo>
                  <a:pt x="940908" y="6350221"/>
                </a:lnTo>
                <a:lnTo>
                  <a:pt x="940908" y="6268687"/>
                </a:lnTo>
                <a:lnTo>
                  <a:pt x="940908" y="6239731"/>
                </a:lnTo>
                <a:lnTo>
                  <a:pt x="952179" y="6268992"/>
                </a:lnTo>
                <a:lnTo>
                  <a:pt x="970753" y="6314407"/>
                </a:lnTo>
                <a:lnTo>
                  <a:pt x="984723" y="6350221"/>
                </a:lnTo>
                <a:lnTo>
                  <a:pt x="1011075" y="6350221"/>
                </a:lnTo>
                <a:lnTo>
                  <a:pt x="1025045" y="6314407"/>
                </a:lnTo>
                <a:lnTo>
                  <a:pt x="1043619" y="6268992"/>
                </a:lnTo>
                <a:lnTo>
                  <a:pt x="1054890" y="6239731"/>
                </a:lnTo>
                <a:lnTo>
                  <a:pt x="1054890" y="6268687"/>
                </a:lnTo>
                <a:lnTo>
                  <a:pt x="1054890" y="6350221"/>
                </a:lnTo>
                <a:lnTo>
                  <a:pt x="1084259" y="6350221"/>
                </a:lnTo>
                <a:lnTo>
                  <a:pt x="1084259" y="6198126"/>
                </a:lnTo>
                <a:lnTo>
                  <a:pt x="1042666" y="6198126"/>
                </a:lnTo>
                <a:lnTo>
                  <a:pt x="1010758" y="6279660"/>
                </a:lnTo>
                <a:lnTo>
                  <a:pt x="998058" y="6314407"/>
                </a:lnTo>
                <a:lnTo>
                  <a:pt x="997740" y="6314407"/>
                </a:lnTo>
                <a:lnTo>
                  <a:pt x="984723" y="6279660"/>
                </a:lnTo>
                <a:lnTo>
                  <a:pt x="952814" y="6198126"/>
                </a:lnTo>
                <a:close/>
                <a:moveTo>
                  <a:pt x="2811462" y="6192640"/>
                </a:moveTo>
                <a:cubicBezTo>
                  <a:pt x="2801144" y="6192640"/>
                  <a:pt x="2793524" y="6200108"/>
                  <a:pt x="2793524" y="6210166"/>
                </a:cubicBezTo>
                <a:cubicBezTo>
                  <a:pt x="2793524" y="6220224"/>
                  <a:pt x="2801144" y="6227692"/>
                  <a:pt x="2811462" y="6227692"/>
                </a:cubicBezTo>
                <a:cubicBezTo>
                  <a:pt x="2821939" y="6227692"/>
                  <a:pt x="2829719" y="6220072"/>
                  <a:pt x="2829719" y="6210166"/>
                </a:cubicBezTo>
                <a:cubicBezTo>
                  <a:pt x="2829719" y="6200260"/>
                  <a:pt x="2821780" y="6192640"/>
                  <a:pt x="2811462" y="6192640"/>
                </a:cubicBezTo>
                <a:close/>
                <a:moveTo>
                  <a:pt x="2322670" y="6192640"/>
                </a:moveTo>
                <a:cubicBezTo>
                  <a:pt x="2312351" y="6192640"/>
                  <a:pt x="2304731" y="6200108"/>
                  <a:pt x="2304731" y="6210166"/>
                </a:cubicBezTo>
                <a:cubicBezTo>
                  <a:pt x="2304731" y="6220224"/>
                  <a:pt x="2312351" y="6227692"/>
                  <a:pt x="2322670" y="6227692"/>
                </a:cubicBezTo>
                <a:cubicBezTo>
                  <a:pt x="2333147" y="6227692"/>
                  <a:pt x="2340926" y="6220072"/>
                  <a:pt x="2340926" y="6210166"/>
                </a:cubicBezTo>
                <a:cubicBezTo>
                  <a:pt x="2340926" y="6200260"/>
                  <a:pt x="2332988" y="6192640"/>
                  <a:pt x="2322670" y="6192640"/>
                </a:cubicBezTo>
                <a:close/>
                <a:moveTo>
                  <a:pt x="1630836" y="6192640"/>
                </a:moveTo>
                <a:cubicBezTo>
                  <a:pt x="1620517" y="6192640"/>
                  <a:pt x="1612897" y="6200108"/>
                  <a:pt x="1612897" y="6210166"/>
                </a:cubicBezTo>
                <a:cubicBezTo>
                  <a:pt x="1612897" y="6220224"/>
                  <a:pt x="1620517" y="6227692"/>
                  <a:pt x="1630836" y="6227692"/>
                </a:cubicBezTo>
                <a:cubicBezTo>
                  <a:pt x="1641313" y="6227692"/>
                  <a:pt x="1649092" y="6220072"/>
                  <a:pt x="1649092" y="6210166"/>
                </a:cubicBezTo>
                <a:cubicBezTo>
                  <a:pt x="1649092" y="6200260"/>
                  <a:pt x="1641155" y="6192640"/>
                  <a:pt x="1630836" y="6192640"/>
                </a:cubicBezTo>
                <a:close/>
                <a:moveTo>
                  <a:pt x="548482" y="6160637"/>
                </a:moveTo>
                <a:lnTo>
                  <a:pt x="565786" y="6160637"/>
                </a:lnTo>
                <a:lnTo>
                  <a:pt x="565786" y="6204833"/>
                </a:lnTo>
                <a:cubicBezTo>
                  <a:pt x="565786" y="6212148"/>
                  <a:pt x="569913" y="6217939"/>
                  <a:pt x="579121" y="6217939"/>
                </a:cubicBezTo>
                <a:cubicBezTo>
                  <a:pt x="588328" y="6217939"/>
                  <a:pt x="592297" y="6211995"/>
                  <a:pt x="592297" y="6204833"/>
                </a:cubicBezTo>
                <a:lnTo>
                  <a:pt x="592297" y="6160637"/>
                </a:lnTo>
                <a:lnTo>
                  <a:pt x="609759" y="6160637"/>
                </a:lnTo>
                <a:lnTo>
                  <a:pt x="609759" y="6206357"/>
                </a:lnTo>
                <a:cubicBezTo>
                  <a:pt x="609759" y="6223273"/>
                  <a:pt x="597853" y="6234093"/>
                  <a:pt x="579121" y="6234093"/>
                </a:cubicBezTo>
                <a:cubicBezTo>
                  <a:pt x="560388" y="6234093"/>
                  <a:pt x="548482" y="6223121"/>
                  <a:pt x="548482" y="6206357"/>
                </a:cubicBezTo>
                <a:close/>
                <a:moveTo>
                  <a:pt x="506413" y="6086113"/>
                </a:moveTo>
                <a:lnTo>
                  <a:pt x="506413" y="6308465"/>
                </a:lnTo>
                <a:lnTo>
                  <a:pt x="743903" y="6197213"/>
                </a:lnTo>
                <a:close/>
                <a:moveTo>
                  <a:pt x="0" y="0"/>
                </a:moveTo>
                <a:lnTo>
                  <a:pt x="12191996" y="0"/>
                </a:lnTo>
                <a:lnTo>
                  <a:pt x="12191996" y="6857998"/>
                </a:lnTo>
                <a:lnTo>
                  <a:pt x="0" y="6857998"/>
                </a:lnTo>
                <a:close/>
              </a:path>
            </a:pathLst>
          </a:custGeom>
          <a:pattFill prst="pct5">
            <a:fgClr>
              <a:srgbClr val="000000"/>
            </a:fgClr>
            <a:bgClr>
              <a:schemeClr val="bg1">
                <a:lumMod val="7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98677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156" userDrawn="1">
          <p15:clr>
            <a:srgbClr val="000000"/>
          </p15:clr>
        </p15:guide>
        <p15:guide id="2" pos="162" userDrawn="1">
          <p15:clr>
            <a:srgbClr val="000000"/>
          </p15:clr>
        </p15:guide>
        <p15:guide id="3" pos="7518" userDrawn="1">
          <p15:clr>
            <a:srgbClr val="00000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tiles_4_Zachtblauw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7FCF30-61EF-1F9C-74E7-B8BCA2301AF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6413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tx2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NL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161587" cy="529697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3800">
                <a:solidFill>
                  <a:schemeClr val="tx2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[Add footer text via: Insert → Header &amp; Footer]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8A010C-1A2A-78FA-222D-FA8EBE3D73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6281" y="2073288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B6048D75-D1E6-BF07-112A-4871A9C630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06182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tx2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NL" dirty="0"/>
              <a:t> 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3962D98-5EDE-A309-67E4-EE31C49CA1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6149" y="2073288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D75AA9D7-82B3-C977-2E39-E261F630E2D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05951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tx2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NL" dirty="0"/>
              <a:t> 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D15D91C-B1AE-0640-6F3B-E0235338DF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5868" y="2060615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6CC4C610-18A2-2DE4-5847-F80637C67C0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05719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tx2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NL" dirty="0"/>
              <a:t> 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BCE8497-59B9-22C3-3602-5B513B4362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5587" y="2073288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9308D03-EE79-3822-6C44-4988209559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6281" y="2643001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bg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597F3F96-8472-582A-E3B5-2A4492F5FF2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526149" y="2655675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bg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05114-39FB-D147-2A2F-B7CFD962C73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30446" y="2622972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bg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7D95048-A8A6-B5DB-F716-0A27AD70AA7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44000" y="2651849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bg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88668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tiles_4_Aardebru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7FCF30-61EF-1F9C-74E7-B8BCA2301AF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6413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accent4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161587" cy="529697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3800">
                <a:solidFill>
                  <a:schemeClr val="accent4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GB">
                <a:solidFill>
                  <a:schemeClr val="accent4"/>
                </a:solidFill>
              </a:rPr>
              <a:t>[Add footer text via: Insert → Header &amp; Footer]</a:t>
            </a:r>
            <a:endParaRPr lang="en-NL" dirty="0">
              <a:solidFill>
                <a:schemeClr val="accent4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 algn="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8A010C-1A2A-78FA-222D-FA8EBE3D73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6281" y="2073288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B6048D75-D1E6-BF07-112A-4871A9C630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06182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accent4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3962D98-5EDE-A309-67E4-EE31C49CA1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6149" y="2073288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D75AA9D7-82B3-C977-2E39-E261F630E2D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05951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accent4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 </a:t>
            </a:r>
            <a:endParaRPr lang="en-NL" dirty="0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D15D91C-B1AE-0640-6F3B-E0235338DF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5868" y="2060615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6CC4C610-18A2-2DE4-5847-F80637C67C0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05719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accent4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BCE8497-59B9-22C3-3602-5B513B4362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5587" y="2073288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6C3B637-DBAF-A397-97B4-7517677761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494D919-DFF3-CAED-563B-C56DCFB2D5D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6281" y="2643001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D0EEF3-6768-43DD-BD36-246234CC189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526149" y="2655675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B9FB89A-45F2-EF94-CAC4-5AD717B27D1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30446" y="2622972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42ABF44-80F4-C34B-9DE0-1873828D871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44000" y="2651849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83783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tiles_4_Nachtgro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7FCF30-61EF-1F9C-74E7-B8BCA2301AF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6413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161587" cy="529697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3800">
                <a:solidFill>
                  <a:schemeClr val="accent2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>
                <a:solidFill>
                  <a:schemeClr val="accent2"/>
                </a:solidFill>
              </a:rPr>
              <a:t>[Add footer text via: Insert → Header &amp; Footer]</a:t>
            </a:r>
            <a:endParaRPr lang="en-NL" dirty="0">
              <a:solidFill>
                <a:schemeClr val="accent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algn="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8A010C-1A2A-78FA-222D-FA8EBE3D73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6281" y="2073288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B6048D75-D1E6-BF07-112A-4871A9C630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06182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3962D98-5EDE-A309-67E4-EE31C49CA1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6149" y="2073288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D75AA9D7-82B3-C977-2E39-E261F630E2D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05951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D15D91C-B1AE-0640-6F3B-E0235338DF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5868" y="2060615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6CC4C610-18A2-2DE4-5847-F80637C67C0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05719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NL" dirty="0"/>
              <a:t> 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BCE8497-59B9-22C3-3602-5B513B4362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5587" y="2073288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94C3807-F524-8AFB-5657-1DCCE2F596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7F49643-5B17-E9C5-5D54-25D14C5254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6281" y="2643001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accent1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559E01-92D4-43B2-269E-96E6220BDB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526149" y="2655675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accent1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1B6631E-E436-E2C8-0591-7E31EFD821F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30446" y="2622972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accent1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3708DC0-61AA-6685-B033-45FE3834104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44000" y="2651849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accent1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64646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tiles_4_Boterge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7FCF30-61EF-1F9C-74E7-B8BCA2301AF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6413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10161587" cy="529697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3800">
                <a:solidFill>
                  <a:schemeClr val="accent6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>
                <a:solidFill>
                  <a:schemeClr val="accent6"/>
                </a:solidFill>
              </a:rPr>
              <a:t>[Add footer text via: Insert → Header &amp; Footer]</a:t>
            </a:r>
            <a:endParaRPr lang="en-NL" dirty="0">
              <a:solidFill>
                <a:schemeClr val="accent6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 algn="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8A010C-1A2A-78FA-222D-FA8EBE3D73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6281" y="2073288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B6048D75-D1E6-BF07-112A-4871A9C630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06182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3962D98-5EDE-A309-67E4-EE31C49CA1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6149" y="2073288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D75AA9D7-82B3-C977-2E39-E261F630E2D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05951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D15D91C-B1AE-0640-6F3B-E0235338DF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5868" y="2060615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6CC4C610-18A2-2DE4-5847-F80637C67C0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05719" y="1811351"/>
            <a:ext cx="2540000" cy="3516312"/>
          </a:xfrm>
          <a:prstGeom prst="roundRect">
            <a:avLst>
              <a:gd name="adj" fmla="val 8096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BCE8497-59B9-22C3-3602-5B513B4362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5587" y="2073288"/>
            <a:ext cx="2091009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F6D13F9-C1EF-F730-8035-0827BB38DA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F784E9AE-9A4C-87A1-DD6D-7B65D1D0109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6281" y="2643001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bg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B71F1A7-89B9-CFB1-EB10-047B68B5458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526149" y="2655675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bg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72A62CD-6E25-8725-B0BA-3A4E169FA31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30446" y="2622972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bg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BC74BD-1FAA-A464-8C91-45CB849A71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44000" y="2651849"/>
            <a:ext cx="2091009" cy="2422725"/>
          </a:xfrm>
        </p:spPr>
        <p:txBody>
          <a:bodyPr/>
          <a:lstStyle>
            <a:lvl1pPr marL="0" indent="-270000">
              <a:defRPr sz="1400">
                <a:solidFill>
                  <a:schemeClr val="bg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41165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tiles_3_infographic_Zacht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6CC4C610-18A2-2DE4-5847-F80637C67C0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94413" y="4656260"/>
            <a:ext cx="5591173" cy="1693739"/>
          </a:xfrm>
          <a:prstGeom prst="roundRect">
            <a:avLst>
              <a:gd name="adj" fmla="val 9814"/>
            </a:avLst>
          </a:prstGeom>
          <a:solidFill>
            <a:schemeClr val="bg2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7FCF30-61EF-1F9C-74E7-B8BCA2301AF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05951" y="2708291"/>
            <a:ext cx="5578050" cy="1692370"/>
          </a:xfrm>
          <a:prstGeom prst="roundRect">
            <a:avLst>
              <a:gd name="adj" fmla="val 11346"/>
            </a:avLst>
          </a:prstGeom>
          <a:solidFill>
            <a:schemeClr val="bg2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5075835" cy="529697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72B9AB-1ACA-8108-60FB-8F6B5E5794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1528" y="3544965"/>
            <a:ext cx="2031201" cy="610728"/>
          </a:xfrm>
        </p:spPr>
        <p:txBody>
          <a:bodyPr/>
          <a:lstStyle>
            <a:lvl1pPr marL="0" indent="-27000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9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35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18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[Click to add text]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8A010C-1A2A-78FA-222D-FA8EBE3D73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8965" y="2970228"/>
            <a:ext cx="2027036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D75AA9D7-82B3-C977-2E39-E261F630E2D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05951" y="771886"/>
            <a:ext cx="5578049" cy="1680806"/>
          </a:xfrm>
          <a:prstGeom prst="roundRect">
            <a:avLst>
              <a:gd name="adj" fmla="val 9732"/>
            </a:avLst>
          </a:prstGeom>
          <a:solidFill>
            <a:schemeClr val="bg2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NL" dirty="0"/>
              <a:t>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AD9BE2F1-ECAE-E163-D220-BA789DF9C4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1528" y="5473973"/>
            <a:ext cx="2034472" cy="620427"/>
          </a:xfrm>
        </p:spPr>
        <p:txBody>
          <a:bodyPr/>
          <a:lstStyle>
            <a:lvl1pPr marL="0" indent="-27000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9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35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18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[Click to add text]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D15D91C-B1AE-0640-6F3B-E0235338DF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8965" y="4911228"/>
            <a:ext cx="2027036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7FB81A1-4880-F0B0-AB8E-71C3CFB083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8965" y="1594631"/>
            <a:ext cx="2023764" cy="615169"/>
          </a:xfrm>
        </p:spPr>
        <p:txBody>
          <a:bodyPr/>
          <a:lstStyle>
            <a:lvl1pPr marL="0" indent="-27000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9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35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18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[Click to add text]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BCE8497-59B9-22C3-3602-5B513B4362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5587" y="1024759"/>
            <a:ext cx="2027141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88F00146-C687-EC0C-65B8-E90F8F6B83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9659" y="840093"/>
            <a:ext cx="2027141" cy="984885"/>
          </a:xfrm>
        </p:spPr>
        <p:txBody>
          <a:bodyPr wrap="square">
            <a:spAutoFit/>
          </a:bodyPr>
          <a:lstStyle>
            <a:lvl1pPr indent="-270000">
              <a:buNone/>
              <a:defRPr sz="6400" b="1"/>
            </a:lvl1pPr>
          </a:lstStyle>
          <a:p>
            <a:pPr lvl="0"/>
            <a:r>
              <a:rPr lang="en-GB" dirty="0"/>
              <a:t>#%</a:t>
            </a:r>
            <a:endParaRPr lang="en-NL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545BCAD6-4EE7-A287-38FB-DE51F840D2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09659" y="2785562"/>
            <a:ext cx="2027141" cy="984885"/>
          </a:xfrm>
        </p:spPr>
        <p:txBody>
          <a:bodyPr wrap="square">
            <a:spAutoFit/>
          </a:bodyPr>
          <a:lstStyle>
            <a:lvl1pPr indent="-270000">
              <a:buNone/>
              <a:defRPr sz="6400" b="1"/>
            </a:lvl1pPr>
          </a:lstStyle>
          <a:p>
            <a:pPr lvl="0"/>
            <a:r>
              <a:rPr lang="en-GB" dirty="0"/>
              <a:t>#%</a:t>
            </a:r>
            <a:endParaRPr lang="en-NL" dirty="0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781B6B6F-4D0D-DBF0-CEA5-117BB6CA16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12239" y="4726562"/>
            <a:ext cx="2027141" cy="984885"/>
          </a:xfrm>
        </p:spPr>
        <p:txBody>
          <a:bodyPr wrap="square">
            <a:spAutoFit/>
          </a:bodyPr>
          <a:lstStyle>
            <a:lvl1pPr indent="-270000">
              <a:buNone/>
              <a:defRPr sz="6400" b="1"/>
            </a:lvl1pPr>
          </a:lstStyle>
          <a:p>
            <a:pPr lvl="0"/>
            <a:r>
              <a:rPr lang="en-GB" dirty="0"/>
              <a:t>#%</a:t>
            </a:r>
            <a:endParaRPr lang="en-NL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7D725EF-3AD0-67F8-0099-5ED3F04262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3" y="2487613"/>
            <a:ext cx="5075835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8427280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tiles_3_infographic_Zachtro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6CC4C610-18A2-2DE4-5847-F80637C67C0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94413" y="4656260"/>
            <a:ext cx="5591173" cy="1693739"/>
          </a:xfrm>
          <a:prstGeom prst="roundRect">
            <a:avLst>
              <a:gd name="adj" fmla="val 9814"/>
            </a:avLst>
          </a:prstGeom>
          <a:solidFill>
            <a:schemeClr val="accent4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 </a:t>
            </a:r>
            <a:endParaRPr lang="en-N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7FCF30-61EF-1F9C-74E7-B8BCA2301AF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05951" y="2708291"/>
            <a:ext cx="5578050" cy="1692370"/>
          </a:xfrm>
          <a:prstGeom prst="roundRect">
            <a:avLst>
              <a:gd name="adj" fmla="val 11346"/>
            </a:avLst>
          </a:prstGeom>
          <a:solidFill>
            <a:schemeClr val="accent4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NL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3" y="771885"/>
            <a:ext cx="5087373" cy="529697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3800">
                <a:solidFill>
                  <a:schemeClr val="accent3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>
                <a:solidFill>
                  <a:schemeClr val="accent3"/>
                </a:solidFill>
              </a:rPr>
              <a:t>[Add footer text via: Insert → Header &amp; Footer]</a:t>
            </a:r>
            <a:endParaRPr lang="en-NL" dirty="0">
              <a:solidFill>
                <a:schemeClr val="accent3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algn="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72B9AB-1ACA-8108-60FB-8F6B5E5794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1528" y="3544965"/>
            <a:ext cx="2031201" cy="610728"/>
          </a:xfrm>
        </p:spPr>
        <p:txBody>
          <a:bodyPr/>
          <a:lstStyle>
            <a:lvl1pPr marL="0" indent="-27000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9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35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18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[Click to add text]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8A010C-1A2A-78FA-222D-FA8EBE3D73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8965" y="2970228"/>
            <a:ext cx="2027036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D75AA9D7-82B3-C977-2E39-E261F630E2D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05951" y="771886"/>
            <a:ext cx="5578049" cy="1680806"/>
          </a:xfrm>
          <a:prstGeom prst="roundRect">
            <a:avLst>
              <a:gd name="adj" fmla="val 9732"/>
            </a:avLst>
          </a:prstGeom>
          <a:solidFill>
            <a:schemeClr val="accent4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NL" dirty="0"/>
              <a:t>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AD9BE2F1-ECAE-E163-D220-BA789DF9C4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1528" y="5473973"/>
            <a:ext cx="2034472" cy="620427"/>
          </a:xfrm>
        </p:spPr>
        <p:txBody>
          <a:bodyPr/>
          <a:lstStyle>
            <a:lvl1pPr marL="0" indent="-27000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9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35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18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[Click to add text]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D15D91C-B1AE-0640-6F3B-E0235338DF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8965" y="4911228"/>
            <a:ext cx="2027036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7FB81A1-4880-F0B0-AB8E-71C3CFB083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8965" y="1594631"/>
            <a:ext cx="2023764" cy="615169"/>
          </a:xfrm>
        </p:spPr>
        <p:txBody>
          <a:bodyPr/>
          <a:lstStyle>
            <a:lvl1pPr marL="0" indent="-27000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9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35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18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[Click to add text]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BCE8497-59B9-22C3-3602-5B513B4362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5587" y="1024759"/>
            <a:ext cx="2027141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88F00146-C687-EC0C-65B8-E90F8F6B83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9659" y="840093"/>
            <a:ext cx="2027141" cy="984885"/>
          </a:xfrm>
        </p:spPr>
        <p:txBody>
          <a:bodyPr wrap="square">
            <a:spAutoFit/>
          </a:bodyPr>
          <a:lstStyle>
            <a:lvl1pPr indent="-270000">
              <a:buNone/>
              <a:defRPr sz="6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#%</a:t>
            </a:r>
            <a:endParaRPr lang="en-NL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545BCAD6-4EE7-A287-38FB-DE51F840D2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09659" y="2785562"/>
            <a:ext cx="2027141" cy="984885"/>
          </a:xfrm>
        </p:spPr>
        <p:txBody>
          <a:bodyPr wrap="square">
            <a:spAutoFit/>
          </a:bodyPr>
          <a:lstStyle>
            <a:lvl1pPr indent="-270000">
              <a:buNone/>
              <a:defRPr sz="6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#%</a:t>
            </a:r>
            <a:endParaRPr lang="en-NL" dirty="0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781B6B6F-4D0D-DBF0-CEA5-117BB6CA16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12239" y="4726562"/>
            <a:ext cx="2027141" cy="984885"/>
          </a:xfrm>
        </p:spPr>
        <p:txBody>
          <a:bodyPr wrap="square">
            <a:spAutoFit/>
          </a:bodyPr>
          <a:lstStyle>
            <a:lvl1pPr indent="-270000">
              <a:buNone/>
              <a:defRPr sz="6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#%</a:t>
            </a:r>
            <a:endParaRPr lang="en-NL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2F3D22F-2273-2CA4-E4C3-0A3E77276E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B8001D4-3FCC-566A-565A-75BFFA615A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3" y="2487613"/>
            <a:ext cx="5075835" cy="2851004"/>
          </a:xfrm>
        </p:spPr>
        <p:txBody>
          <a:bodyPr/>
          <a:lstStyle>
            <a:lvl1pPr marL="0" indent="-270000">
              <a:defRPr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2937351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tiles_3_infographic_Boter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6CC4C610-18A2-2DE4-5847-F80637C67C0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94413" y="4656260"/>
            <a:ext cx="5591173" cy="1693739"/>
          </a:xfrm>
          <a:prstGeom prst="roundRect">
            <a:avLst>
              <a:gd name="adj" fmla="val 9814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N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7FCF30-61EF-1F9C-74E7-B8BCA2301AF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05951" y="2708291"/>
            <a:ext cx="5578050" cy="1692370"/>
          </a:xfrm>
          <a:prstGeom prst="roundRect">
            <a:avLst>
              <a:gd name="adj" fmla="val 11346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NL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3E6DD-6EA1-FB37-866B-74A580F35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771885"/>
            <a:ext cx="5080000" cy="529697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[Title]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72B9AB-1ACA-8108-60FB-8F6B5E5794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1528" y="3544965"/>
            <a:ext cx="2031201" cy="610728"/>
          </a:xfrm>
        </p:spPr>
        <p:txBody>
          <a:bodyPr/>
          <a:lstStyle>
            <a:lvl1pPr marL="0" indent="-27000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9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35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18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[Click to add text]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8A010C-1A2A-78FA-222D-FA8EBE3D73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8965" y="2970228"/>
            <a:ext cx="2027036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D75AA9D7-82B3-C977-2E39-E261F630E2D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05951" y="771886"/>
            <a:ext cx="5578049" cy="1680806"/>
          </a:xfrm>
          <a:prstGeom prst="roundRect">
            <a:avLst>
              <a:gd name="adj" fmla="val 9732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>
            <a:lvl1pPr indent="-270000">
              <a:buNone/>
              <a:defRPr/>
            </a:lvl1pPr>
          </a:lstStyle>
          <a:p>
            <a:pPr lvl="0"/>
            <a:r>
              <a:rPr lang="en-NL" dirty="0"/>
              <a:t>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AD9BE2F1-ECAE-E163-D220-BA789DF9C4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1528" y="5473973"/>
            <a:ext cx="2034472" cy="620427"/>
          </a:xfrm>
        </p:spPr>
        <p:txBody>
          <a:bodyPr/>
          <a:lstStyle>
            <a:lvl1pPr marL="0" indent="-27000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9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35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18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[Click to add text]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D15D91C-B1AE-0640-6F3B-E0235338DF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8965" y="4911228"/>
            <a:ext cx="2027036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7FB81A1-4880-F0B0-AB8E-71C3CFB083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8965" y="1594631"/>
            <a:ext cx="2023764" cy="615169"/>
          </a:xfrm>
        </p:spPr>
        <p:txBody>
          <a:bodyPr/>
          <a:lstStyle>
            <a:lvl1pPr marL="0" indent="-27000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9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35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1800000" indent="-270000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[Click to add text]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BCE8497-59B9-22C3-3602-5B513B4362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5587" y="1024759"/>
            <a:ext cx="2027141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88F00146-C687-EC0C-65B8-E90F8F6B83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9659" y="840093"/>
            <a:ext cx="2027141" cy="984885"/>
          </a:xfrm>
        </p:spPr>
        <p:txBody>
          <a:bodyPr wrap="square">
            <a:spAutoFit/>
          </a:bodyPr>
          <a:lstStyle>
            <a:lvl1pPr indent="-270000">
              <a:buNone/>
              <a:defRPr sz="6400" b="1"/>
            </a:lvl1pPr>
          </a:lstStyle>
          <a:p>
            <a:pPr lvl="0"/>
            <a:r>
              <a:rPr lang="en-GB" dirty="0"/>
              <a:t>#%</a:t>
            </a:r>
            <a:endParaRPr lang="en-NL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545BCAD6-4EE7-A287-38FB-DE51F840D2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09659" y="2785562"/>
            <a:ext cx="2027141" cy="984885"/>
          </a:xfrm>
        </p:spPr>
        <p:txBody>
          <a:bodyPr wrap="square">
            <a:spAutoFit/>
          </a:bodyPr>
          <a:lstStyle>
            <a:lvl1pPr indent="-270000">
              <a:buNone/>
              <a:defRPr sz="6400" b="1"/>
            </a:lvl1pPr>
          </a:lstStyle>
          <a:p>
            <a:pPr lvl="0"/>
            <a:r>
              <a:rPr lang="en-GB" dirty="0"/>
              <a:t>#%</a:t>
            </a:r>
            <a:endParaRPr lang="en-NL" dirty="0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781B6B6F-4D0D-DBF0-CEA5-117BB6CA16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12239" y="4726562"/>
            <a:ext cx="2027141" cy="984885"/>
          </a:xfrm>
        </p:spPr>
        <p:txBody>
          <a:bodyPr wrap="square">
            <a:spAutoFit/>
          </a:bodyPr>
          <a:lstStyle>
            <a:lvl1pPr indent="-270000">
              <a:buNone/>
              <a:defRPr sz="6400" b="1"/>
            </a:lvl1pPr>
          </a:lstStyle>
          <a:p>
            <a:pPr lvl="0"/>
            <a:r>
              <a:rPr lang="en-GB" dirty="0"/>
              <a:t>#%</a:t>
            </a:r>
            <a:endParaRPr lang="en-NL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1459A1B-DDE3-32FA-12C1-0E3F3D0F93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413" y="2487613"/>
            <a:ext cx="5075835" cy="2851004"/>
          </a:xfrm>
        </p:spPr>
        <p:txBody>
          <a:bodyPr/>
          <a:lstStyle>
            <a:lvl1pPr marL="0" indent="-270000">
              <a:defRPr>
                <a:solidFill>
                  <a:schemeClr val="tx1"/>
                </a:solidFill>
              </a:defRPr>
            </a:lvl1pPr>
            <a:lvl2pPr marL="540000" indent="-270000">
              <a:buFont typeface="System Font Regular"/>
              <a:buChar char="-"/>
              <a:defRPr sz="1800">
                <a:solidFill>
                  <a:schemeClr val="tx1"/>
                </a:solidFill>
              </a:defRPr>
            </a:lvl2pPr>
            <a:lvl3pPr marL="810000" indent="-270000">
              <a:buFont typeface="System Font Regular"/>
              <a:buChar char="-"/>
              <a:defRPr sz="1600">
                <a:solidFill>
                  <a:schemeClr val="tx1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1350000" indent="-270000">
              <a:buFont typeface="System Font Regular"/>
              <a:buChar char="-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6957355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tiles_alt_Images_4_Zachtblauw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8A010C-1A2A-78FA-222D-FA8EBE3D73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413" y="3566450"/>
            <a:ext cx="2540000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3962D98-5EDE-A309-67E4-EE31C49CA1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6281" y="3566450"/>
            <a:ext cx="2561501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D15D91C-B1AE-0640-6F3B-E0235338DF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3553777"/>
            <a:ext cx="2540000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BCE8497-59B9-22C3-3602-5B513B4362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05719" y="3566450"/>
            <a:ext cx="2540000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81C85DC-E65D-EC72-D5FA-6C1C84349A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06413" y="775076"/>
            <a:ext cx="2541600" cy="2541600"/>
          </a:xfrm>
          <a:prstGeom prst="roundRect">
            <a:avLst>
              <a:gd name="adj" fmla="val 7030"/>
            </a:avLst>
          </a:prstGeom>
          <a:blipFill dpi="0" rotWithShape="1">
            <a:blip r:embed="rId2"/>
            <a:srcRect/>
            <a:stretch>
              <a:fillRect l="-23953" r="-25929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6842B109-69AB-1F15-484E-15DA9DBE531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06182" y="775076"/>
            <a:ext cx="2541600" cy="2541600"/>
          </a:xfrm>
          <a:prstGeom prst="roundRect">
            <a:avLst>
              <a:gd name="adj" fmla="val 7030"/>
            </a:avLst>
          </a:prstGeom>
          <a:blipFill dpi="0" rotWithShape="1">
            <a:blip r:embed="rId2"/>
            <a:srcRect/>
            <a:stretch>
              <a:fillRect l="-23953" r="-25929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B04C2F1-FDBA-4B5E-1A34-E131186B05D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05951" y="775076"/>
            <a:ext cx="2541600" cy="2541600"/>
          </a:xfrm>
          <a:prstGeom prst="roundRect">
            <a:avLst>
              <a:gd name="adj" fmla="val 7030"/>
            </a:avLst>
          </a:prstGeom>
          <a:blipFill dpi="0" rotWithShape="1">
            <a:blip r:embed="rId2"/>
            <a:srcRect/>
            <a:stretch>
              <a:fillRect l="-23953" r="-25929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733C7F0C-BEBD-C889-B641-653DF2F4265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05719" y="775076"/>
            <a:ext cx="2541600" cy="2541600"/>
          </a:xfrm>
          <a:prstGeom prst="roundRect">
            <a:avLst>
              <a:gd name="adj" fmla="val 7030"/>
            </a:avLst>
          </a:prstGeom>
          <a:blipFill dpi="0" rotWithShape="1">
            <a:blip r:embed="rId2"/>
            <a:srcRect/>
            <a:stretch>
              <a:fillRect l="-23953" r="-25929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991BCAF-052F-CFD6-5B5E-94E8DB6148C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6413" y="4098655"/>
            <a:ext cx="2540000" cy="1600949"/>
          </a:xfrm>
        </p:spPr>
        <p:txBody>
          <a:bodyPr/>
          <a:lstStyle>
            <a:lvl1pPr marL="0" indent="-270000">
              <a:defRPr sz="1400">
                <a:solidFill>
                  <a:schemeClr val="tx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EBE1CCC4-57F0-6978-23C8-9E2BECE407D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89772" y="4098654"/>
            <a:ext cx="2540000" cy="1600949"/>
          </a:xfrm>
        </p:spPr>
        <p:txBody>
          <a:bodyPr/>
          <a:lstStyle>
            <a:lvl1pPr marL="0" indent="-270000">
              <a:defRPr sz="1400">
                <a:solidFill>
                  <a:schemeClr val="tx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6B39273-CF19-62FB-75C8-EABC65E6696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105951" y="4092117"/>
            <a:ext cx="2540000" cy="1600949"/>
          </a:xfrm>
        </p:spPr>
        <p:txBody>
          <a:bodyPr/>
          <a:lstStyle>
            <a:lvl1pPr marL="0" indent="-270000">
              <a:defRPr sz="1400">
                <a:solidFill>
                  <a:schemeClr val="tx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7E3939-3FBA-CEE2-76EF-F4F3E4F127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05719" y="4092116"/>
            <a:ext cx="2540000" cy="1600949"/>
          </a:xfrm>
        </p:spPr>
        <p:txBody>
          <a:bodyPr/>
          <a:lstStyle>
            <a:lvl1pPr marL="0" indent="-270000">
              <a:defRPr sz="1400">
                <a:solidFill>
                  <a:schemeClr val="tx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6048367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tiles_alt_Images_4_Zachtroz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>
                <a:solidFill>
                  <a:schemeClr val="accent3"/>
                </a:solidFill>
              </a:rPr>
              <a:t>[Add footer text via: Insert → Header &amp; Footer]</a:t>
            </a:r>
            <a:endParaRPr lang="en-NL" dirty="0">
              <a:solidFill>
                <a:schemeClr val="accent3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algn="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8A010C-1A2A-78FA-222D-FA8EBE3D73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413" y="3566450"/>
            <a:ext cx="2540000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3962D98-5EDE-A309-67E4-EE31C49CA1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6281" y="3566450"/>
            <a:ext cx="2561501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D15D91C-B1AE-0640-6F3B-E0235338DF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3553777"/>
            <a:ext cx="2540000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BCE8497-59B9-22C3-3602-5B513B4362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05719" y="3566450"/>
            <a:ext cx="2540000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81C85DC-E65D-EC72-D5FA-6C1C84349A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06413" y="775076"/>
            <a:ext cx="2541600" cy="2541600"/>
          </a:xfrm>
          <a:prstGeom prst="roundRect">
            <a:avLst>
              <a:gd name="adj" fmla="val 7030"/>
            </a:avLst>
          </a:prstGeom>
          <a:blipFill dpi="0" rotWithShape="1">
            <a:blip r:embed="rId2"/>
            <a:srcRect/>
            <a:stretch>
              <a:fillRect l="-23953" r="-25929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6842B109-69AB-1F15-484E-15DA9DBE531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06182" y="775076"/>
            <a:ext cx="2541600" cy="2541600"/>
          </a:xfrm>
          <a:prstGeom prst="roundRect">
            <a:avLst>
              <a:gd name="adj" fmla="val 7030"/>
            </a:avLst>
          </a:prstGeom>
          <a:blipFill dpi="0" rotWithShape="1">
            <a:blip r:embed="rId2"/>
            <a:srcRect/>
            <a:stretch>
              <a:fillRect l="-23953" r="-25929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B04C2F1-FDBA-4B5E-1A34-E131186B05D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05951" y="775076"/>
            <a:ext cx="2541600" cy="2541600"/>
          </a:xfrm>
          <a:prstGeom prst="roundRect">
            <a:avLst>
              <a:gd name="adj" fmla="val 7030"/>
            </a:avLst>
          </a:prstGeom>
          <a:blipFill dpi="0" rotWithShape="1">
            <a:blip r:embed="rId2"/>
            <a:srcRect/>
            <a:stretch>
              <a:fillRect l="-23953" r="-25929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733C7F0C-BEBD-C889-B641-653DF2F4265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05719" y="775076"/>
            <a:ext cx="2541600" cy="2541600"/>
          </a:xfrm>
          <a:prstGeom prst="roundRect">
            <a:avLst>
              <a:gd name="adj" fmla="val 7030"/>
            </a:avLst>
          </a:prstGeom>
          <a:blipFill dpi="0" rotWithShape="1">
            <a:blip r:embed="rId2"/>
            <a:srcRect/>
            <a:stretch>
              <a:fillRect l="-23953" r="-25929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A20C24C4-07B2-4FC8-A21A-D624DB23C4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6413" y="4098655"/>
            <a:ext cx="2540000" cy="1600949"/>
          </a:xfrm>
        </p:spPr>
        <p:txBody>
          <a:bodyPr/>
          <a:lstStyle>
            <a:lvl1pPr marL="0" indent="-270000">
              <a:defRPr sz="1400"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8C302E2-C629-8160-50CE-B630B57DE8F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89772" y="4098654"/>
            <a:ext cx="2540000" cy="1600949"/>
          </a:xfrm>
        </p:spPr>
        <p:txBody>
          <a:bodyPr/>
          <a:lstStyle>
            <a:lvl1pPr marL="0" indent="-270000">
              <a:defRPr sz="1400"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9BD487C-B772-875C-9315-1006FD35CE5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105951" y="4092117"/>
            <a:ext cx="2540000" cy="1600949"/>
          </a:xfrm>
        </p:spPr>
        <p:txBody>
          <a:bodyPr/>
          <a:lstStyle>
            <a:lvl1pPr marL="0" indent="-270000">
              <a:defRPr sz="1400"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134BA2-F4A4-5A3E-AA09-528362BBE4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05719" y="4092116"/>
            <a:ext cx="2540000" cy="1600949"/>
          </a:xfrm>
        </p:spPr>
        <p:txBody>
          <a:bodyPr/>
          <a:lstStyle>
            <a:lvl1pPr marL="0" indent="-270000">
              <a:defRPr sz="1400">
                <a:solidFill>
                  <a:schemeClr val="accent3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164359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tiles_alt_Images_4_Boterge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BF90E-E244-C2E1-153F-E3FEB0D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200"/>
              <a:t>[Add footer text via: Insert → Header &amp; Footer]</a:t>
            </a: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EDDE-28D7-CFEC-DDC9-F82A7EA6B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‹#›</a:t>
            </a:fld>
            <a:endParaRPr lang="en-N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8A010C-1A2A-78FA-222D-FA8EBE3D73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413" y="3566450"/>
            <a:ext cx="2540000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3962D98-5EDE-A309-67E4-EE31C49CA1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6281" y="3566450"/>
            <a:ext cx="2561501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D15D91C-B1AE-0640-6F3B-E0235338DF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3553777"/>
            <a:ext cx="2540000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BCE8497-59B9-22C3-3602-5B513B4362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05719" y="3566450"/>
            <a:ext cx="2540000" cy="307777"/>
          </a:xfrm>
        </p:spPr>
        <p:txBody>
          <a:bodyPr wrap="square">
            <a:spAutoFit/>
          </a:bodyPr>
          <a:lstStyle>
            <a:lvl1pPr indent="-270000">
              <a:buNone/>
              <a:defRPr sz="2000" b="1"/>
            </a:lvl1pPr>
          </a:lstStyle>
          <a:p>
            <a:pPr lvl="0"/>
            <a:r>
              <a:rPr lang="en-GB" dirty="0"/>
              <a:t>[Title]</a:t>
            </a:r>
            <a:endParaRPr lang="en-NL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81C85DC-E65D-EC72-D5FA-6C1C84349A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06413" y="775076"/>
            <a:ext cx="2541600" cy="2541600"/>
          </a:xfrm>
          <a:prstGeom prst="roundRect">
            <a:avLst>
              <a:gd name="adj" fmla="val 7030"/>
            </a:avLst>
          </a:prstGeom>
          <a:blipFill dpi="0" rotWithShape="1">
            <a:blip r:embed="rId2"/>
            <a:srcRect/>
            <a:stretch>
              <a:fillRect l="-23953" r="-25929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6842B109-69AB-1F15-484E-15DA9DBE531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06182" y="775076"/>
            <a:ext cx="2541600" cy="2541600"/>
          </a:xfrm>
          <a:prstGeom prst="roundRect">
            <a:avLst>
              <a:gd name="adj" fmla="val 7030"/>
            </a:avLst>
          </a:prstGeom>
          <a:blipFill dpi="0" rotWithShape="1">
            <a:blip r:embed="rId2"/>
            <a:srcRect/>
            <a:stretch>
              <a:fillRect l="-23953" r="-25929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B04C2F1-FDBA-4B5E-1A34-E131186B05D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05951" y="775076"/>
            <a:ext cx="2541600" cy="2541600"/>
          </a:xfrm>
          <a:prstGeom prst="roundRect">
            <a:avLst>
              <a:gd name="adj" fmla="val 7030"/>
            </a:avLst>
          </a:prstGeom>
          <a:blipFill dpi="0" rotWithShape="1">
            <a:blip r:embed="rId2"/>
            <a:srcRect/>
            <a:stretch>
              <a:fillRect l="-23953" r="-25929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733C7F0C-BEBD-C889-B641-653DF2F4265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05719" y="775076"/>
            <a:ext cx="2541600" cy="2541600"/>
          </a:xfrm>
          <a:prstGeom prst="roundRect">
            <a:avLst>
              <a:gd name="adj" fmla="val 7030"/>
            </a:avLst>
          </a:prstGeom>
          <a:blipFill dpi="0" rotWithShape="1">
            <a:blip r:embed="rId2"/>
            <a:srcRect/>
            <a:stretch>
              <a:fillRect l="-23953" r="-25929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C01F767B-2279-FB9D-DE4A-DBCEC812EB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6413" y="4098655"/>
            <a:ext cx="2540000" cy="1600949"/>
          </a:xfrm>
        </p:spPr>
        <p:txBody>
          <a:bodyPr/>
          <a:lstStyle>
            <a:lvl1pPr marL="0" indent="-270000">
              <a:defRPr sz="1400">
                <a:solidFill>
                  <a:schemeClr val="tx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371CE59-E474-2BAE-2489-6492571101E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89772" y="4098654"/>
            <a:ext cx="2540000" cy="1600949"/>
          </a:xfrm>
        </p:spPr>
        <p:txBody>
          <a:bodyPr/>
          <a:lstStyle>
            <a:lvl1pPr marL="0" indent="-270000">
              <a:defRPr sz="1400">
                <a:solidFill>
                  <a:schemeClr val="tx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44F65FD-B5E1-8540-F020-346BF6E2938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105951" y="4092117"/>
            <a:ext cx="2540000" cy="1600949"/>
          </a:xfrm>
        </p:spPr>
        <p:txBody>
          <a:bodyPr/>
          <a:lstStyle>
            <a:lvl1pPr marL="0" indent="-270000">
              <a:defRPr sz="1400">
                <a:solidFill>
                  <a:schemeClr val="tx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BCE3AC71-D102-C9A4-E112-9802ABF5A1B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05719" y="4092116"/>
            <a:ext cx="2540000" cy="1600949"/>
          </a:xfrm>
        </p:spPr>
        <p:txBody>
          <a:bodyPr/>
          <a:lstStyle>
            <a:lvl1pPr marL="0" indent="-270000">
              <a:defRPr sz="1400">
                <a:solidFill>
                  <a:schemeClr val="tx2"/>
                </a:solidFill>
              </a:defRPr>
            </a:lvl1pPr>
            <a:lvl2pPr marL="54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2pPr>
            <a:lvl3pPr marL="81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3pPr>
            <a:lvl4pPr marL="108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4pPr>
            <a:lvl5pPr marL="1350000" indent="-270000">
              <a:buFont typeface="System Font Regular"/>
              <a:buChar char="-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7075499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Staalblau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5FFACBB-5FB3-008D-0C28-26B5AA850F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48585" y="1489288"/>
            <a:ext cx="7099380" cy="3681785"/>
          </a:xfrm>
          <a:custGeom>
            <a:avLst/>
            <a:gdLst>
              <a:gd name="csX0" fmla="*/ 2151781 w 7099380"/>
              <a:gd name="csY0" fmla="*/ 1623 h 3681785"/>
              <a:gd name="csX1" fmla="*/ 3241693 w 7099380"/>
              <a:gd name="csY1" fmla="*/ 169633 h 3681785"/>
              <a:gd name="csX2" fmla="*/ 4519782 w 7099380"/>
              <a:gd name="csY2" fmla="*/ 488317 h 3681785"/>
              <a:gd name="csX3" fmla="*/ 5197149 w 7099380"/>
              <a:gd name="csY3" fmla="*/ 868577 h 3681785"/>
              <a:gd name="csX4" fmla="*/ 5702510 w 7099380"/>
              <a:gd name="csY4" fmla="*/ 1267309 h 3681785"/>
              <a:gd name="csX5" fmla="*/ 6331239 w 7099380"/>
              <a:gd name="csY5" fmla="*/ 1729942 h 3681785"/>
              <a:gd name="csX6" fmla="*/ 6902588 w 7099380"/>
              <a:gd name="csY6" fmla="*/ 2088720 h 3681785"/>
              <a:gd name="csX7" fmla="*/ 7091535 w 7099380"/>
              <a:gd name="csY7" fmla="*/ 2331462 h 3681785"/>
              <a:gd name="csX8" fmla="*/ 7079376 w 7099380"/>
              <a:gd name="csY8" fmla="*/ 2572972 h 3681785"/>
              <a:gd name="csX9" fmla="*/ 6874307 w 7099380"/>
              <a:gd name="csY9" fmla="*/ 2810651 h 3681785"/>
              <a:gd name="csX10" fmla="*/ 6593415 w 7099380"/>
              <a:gd name="csY10" fmla="*/ 2974715 h 3681785"/>
              <a:gd name="csX11" fmla="*/ 6001710 w 7099380"/>
              <a:gd name="csY11" fmla="*/ 3147125 h 3681785"/>
              <a:gd name="csX12" fmla="*/ 5259994 w 7099380"/>
              <a:gd name="csY12" fmla="*/ 3276842 h 3681785"/>
              <a:gd name="csX13" fmla="*/ 4669109 w 7099380"/>
              <a:gd name="csY13" fmla="*/ 3363458 h 3681785"/>
              <a:gd name="csX14" fmla="*/ 4059370 w 7099380"/>
              <a:gd name="csY14" fmla="*/ 3457873 h 3681785"/>
              <a:gd name="csX15" fmla="*/ 3560840 w 7099380"/>
              <a:gd name="csY15" fmla="*/ 3525332 h 3681785"/>
              <a:gd name="csX16" fmla="*/ 2573890 w 7099380"/>
              <a:gd name="csY16" fmla="*/ 3632336 h 3681785"/>
              <a:gd name="csX17" fmla="*/ 1911415 w 7099380"/>
              <a:gd name="csY17" fmla="*/ 3671880 h 3681785"/>
              <a:gd name="csX18" fmla="*/ 1911688 w 7099380"/>
              <a:gd name="csY18" fmla="*/ 3671607 h 3681785"/>
              <a:gd name="csX19" fmla="*/ 1911005 w 7099380"/>
              <a:gd name="csY19" fmla="*/ 3671607 h 3681785"/>
              <a:gd name="csX20" fmla="*/ 848641 w 7099380"/>
              <a:gd name="csY20" fmla="*/ 3541615 h 3681785"/>
              <a:gd name="csX21" fmla="*/ 525122 w 7099380"/>
              <a:gd name="csY21" fmla="*/ 3381930 h 3681785"/>
              <a:gd name="csX22" fmla="*/ 309944 w 7099380"/>
              <a:gd name="csY22" fmla="*/ 3085276 h 3681785"/>
              <a:gd name="csX23" fmla="*/ 173870 w 7099380"/>
              <a:gd name="csY23" fmla="*/ 2676008 h 3681785"/>
              <a:gd name="csX24" fmla="*/ 135752 w 7099380"/>
              <a:gd name="csY24" fmla="*/ 2456391 h 3681785"/>
              <a:gd name="csX25" fmla="*/ 16756 w 7099380"/>
              <a:gd name="csY25" fmla="*/ 1835030 h 3681785"/>
              <a:gd name="csX26" fmla="*/ 2547 w 7099380"/>
              <a:gd name="csY26" fmla="*/ 1451350 h 3681785"/>
              <a:gd name="csX27" fmla="*/ 83563 w 7099380"/>
              <a:gd name="csY27" fmla="*/ 1014442 h 3681785"/>
              <a:gd name="csX28" fmla="*/ 568294 w 7099380"/>
              <a:gd name="csY28" fmla="*/ 529915 h 3681785"/>
              <a:gd name="csX29" fmla="*/ 1285691 w 7099380"/>
              <a:gd name="csY29" fmla="*/ 176748 h 3681785"/>
              <a:gd name="csX30" fmla="*/ 2071808 w 7099380"/>
              <a:gd name="csY30" fmla="*/ 1738 h 3681785"/>
              <a:gd name="csX31" fmla="*/ 2151781 w 7099380"/>
              <a:gd name="csY31" fmla="*/ 1623 h 3681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7099380" h="3681785">
                <a:moveTo>
                  <a:pt x="2151781" y="1623"/>
                </a:moveTo>
                <a:cubicBezTo>
                  <a:pt x="2369595" y="16454"/>
                  <a:pt x="2796753" y="128925"/>
                  <a:pt x="3241693" y="169633"/>
                </a:cubicBezTo>
                <a:cubicBezTo>
                  <a:pt x="3750060" y="215745"/>
                  <a:pt x="4334524" y="446720"/>
                  <a:pt x="4519782" y="488317"/>
                </a:cubicBezTo>
                <a:cubicBezTo>
                  <a:pt x="4705040" y="530188"/>
                  <a:pt x="5073644" y="749533"/>
                  <a:pt x="5197149" y="868577"/>
                </a:cubicBezTo>
                <a:cubicBezTo>
                  <a:pt x="5320791" y="987896"/>
                  <a:pt x="5577638" y="1187262"/>
                  <a:pt x="5702510" y="1267309"/>
                </a:cubicBezTo>
                <a:cubicBezTo>
                  <a:pt x="5827381" y="1347493"/>
                  <a:pt x="6265251" y="1681093"/>
                  <a:pt x="6331239" y="1729942"/>
                </a:cubicBezTo>
                <a:cubicBezTo>
                  <a:pt x="6397500" y="1778518"/>
                  <a:pt x="6824714" y="2051638"/>
                  <a:pt x="6902588" y="2088720"/>
                </a:cubicBezTo>
                <a:cubicBezTo>
                  <a:pt x="6980462" y="2126075"/>
                  <a:pt x="7078146" y="2260445"/>
                  <a:pt x="7091535" y="2331462"/>
                </a:cubicBezTo>
                <a:cubicBezTo>
                  <a:pt x="7104924" y="2402888"/>
                  <a:pt x="7101371" y="2511808"/>
                  <a:pt x="7079376" y="2572972"/>
                </a:cubicBezTo>
                <a:cubicBezTo>
                  <a:pt x="7057380" y="2634274"/>
                  <a:pt x="6939066" y="2765634"/>
                  <a:pt x="6874307" y="2810651"/>
                </a:cubicBezTo>
                <a:cubicBezTo>
                  <a:pt x="6809549" y="2855670"/>
                  <a:pt x="6721019" y="2910129"/>
                  <a:pt x="6593415" y="2974715"/>
                </a:cubicBezTo>
                <a:cubicBezTo>
                  <a:pt x="6465948" y="3039163"/>
                  <a:pt x="6269760" y="3089245"/>
                  <a:pt x="6001710" y="3147125"/>
                </a:cubicBezTo>
                <a:cubicBezTo>
                  <a:pt x="5733932" y="3205005"/>
                  <a:pt x="5361230" y="3257959"/>
                  <a:pt x="5259994" y="3276842"/>
                </a:cubicBezTo>
                <a:cubicBezTo>
                  <a:pt x="5158758" y="3295725"/>
                  <a:pt x="4838519" y="3345670"/>
                  <a:pt x="4669109" y="3363458"/>
                </a:cubicBezTo>
                <a:cubicBezTo>
                  <a:pt x="4499426" y="3381383"/>
                  <a:pt x="4168940" y="3447748"/>
                  <a:pt x="4059370" y="3457873"/>
                </a:cubicBezTo>
                <a:cubicBezTo>
                  <a:pt x="3949799" y="3467862"/>
                  <a:pt x="3717954" y="3516438"/>
                  <a:pt x="3560840" y="3525332"/>
                </a:cubicBezTo>
                <a:cubicBezTo>
                  <a:pt x="3403589" y="3534226"/>
                  <a:pt x="2740567" y="3604284"/>
                  <a:pt x="2573890" y="3632336"/>
                </a:cubicBezTo>
                <a:cubicBezTo>
                  <a:pt x="2407212" y="3660386"/>
                  <a:pt x="2203237" y="3637809"/>
                  <a:pt x="1911415" y="3671880"/>
                </a:cubicBezTo>
                <a:lnTo>
                  <a:pt x="1911688" y="3671607"/>
                </a:lnTo>
                <a:lnTo>
                  <a:pt x="1911005" y="3671607"/>
                </a:lnTo>
                <a:cubicBezTo>
                  <a:pt x="1618773" y="3705815"/>
                  <a:pt x="1099477" y="3651629"/>
                  <a:pt x="848641" y="3541615"/>
                </a:cubicBezTo>
                <a:cubicBezTo>
                  <a:pt x="746721" y="3497008"/>
                  <a:pt x="580180" y="3433517"/>
                  <a:pt x="525122" y="3381930"/>
                </a:cubicBezTo>
                <a:cubicBezTo>
                  <a:pt x="469927" y="3330208"/>
                  <a:pt x="348061" y="3172029"/>
                  <a:pt x="309944" y="3085276"/>
                </a:cubicBezTo>
                <a:cubicBezTo>
                  <a:pt x="271827" y="2998524"/>
                  <a:pt x="190401" y="2726909"/>
                  <a:pt x="173870" y="2676008"/>
                </a:cubicBezTo>
                <a:cubicBezTo>
                  <a:pt x="157475" y="2625106"/>
                  <a:pt x="183433" y="2601571"/>
                  <a:pt x="135752" y="2456391"/>
                </a:cubicBezTo>
                <a:cubicBezTo>
                  <a:pt x="88072" y="2311621"/>
                  <a:pt x="24543" y="1940939"/>
                  <a:pt x="16756" y="1835030"/>
                </a:cubicBezTo>
                <a:cubicBezTo>
                  <a:pt x="8968" y="1729121"/>
                  <a:pt x="13750" y="1603235"/>
                  <a:pt x="2547" y="1451350"/>
                </a:cubicBezTo>
                <a:cubicBezTo>
                  <a:pt x="-8656" y="1299329"/>
                  <a:pt x="16892" y="1162632"/>
                  <a:pt x="83563" y="1014442"/>
                </a:cubicBezTo>
                <a:cubicBezTo>
                  <a:pt x="150234" y="866388"/>
                  <a:pt x="420197" y="638971"/>
                  <a:pt x="568294" y="529915"/>
                </a:cubicBezTo>
                <a:cubicBezTo>
                  <a:pt x="716391" y="420859"/>
                  <a:pt x="1090186" y="240239"/>
                  <a:pt x="1285691" y="176748"/>
                </a:cubicBezTo>
                <a:cubicBezTo>
                  <a:pt x="1481605" y="113257"/>
                  <a:pt x="1824251" y="28558"/>
                  <a:pt x="2071808" y="1738"/>
                </a:cubicBezTo>
                <a:cubicBezTo>
                  <a:pt x="2093821" y="-622"/>
                  <a:pt x="2120665" y="-496"/>
                  <a:pt x="2151781" y="1623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505606"/>
            <a:ext cx="6605586" cy="2694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NL" dirty="0"/>
              <a:t>[Thank you!]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413" y="3301312"/>
            <a:ext cx="3557587" cy="27699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Contact</a:t>
            </a:r>
            <a:endParaRPr lang="en-N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7EDE357-94EA-B00C-1387-BBE334AB16CC}"/>
              </a:ext>
            </a:extLst>
          </p:cNvPr>
          <p:cNvSpPr/>
          <p:nvPr/>
        </p:nvSpPr>
        <p:spPr>
          <a:xfrm>
            <a:off x="8120936" y="4833563"/>
            <a:ext cx="5350339" cy="3669756"/>
          </a:xfrm>
          <a:custGeom>
            <a:avLst/>
            <a:gdLst>
              <a:gd name="csX0" fmla="*/ 366954 w 5350339"/>
              <a:gd name="csY0" fmla="*/ 1119595 h 3669756"/>
              <a:gd name="csX1" fmla="*/ 1603920 w 5350339"/>
              <a:gd name="csY1" fmla="*/ 252346 h 3669756"/>
              <a:gd name="csX2" fmla="*/ 3627959 w 5350339"/>
              <a:gd name="csY2" fmla="*/ 69537 h 3669756"/>
              <a:gd name="csX3" fmla="*/ 4658765 w 5350339"/>
              <a:gd name="csY3" fmla="*/ 961964 h 3669756"/>
              <a:gd name="csX4" fmla="*/ 4663683 w 5350339"/>
              <a:gd name="csY4" fmla="*/ 960458 h 3669756"/>
              <a:gd name="csX5" fmla="*/ 5350340 w 5350339"/>
              <a:gd name="csY5" fmla="*/ 3099436 h 3669756"/>
              <a:gd name="csX6" fmla="*/ 440320 w 5350339"/>
              <a:gd name="csY6" fmla="*/ 3669757 h 3669756"/>
              <a:gd name="csX7" fmla="*/ 57234 w 5350339"/>
              <a:gd name="csY7" fmla="*/ 2476297 h 3669756"/>
              <a:gd name="csX8" fmla="*/ 56961 w 5350339"/>
              <a:gd name="csY8" fmla="*/ 2475340 h 3669756"/>
              <a:gd name="csX9" fmla="*/ 47808 w 5350339"/>
              <a:gd name="csY9" fmla="*/ 2446878 h 3669756"/>
              <a:gd name="csX10" fmla="*/ 48217 w 5350339"/>
              <a:gd name="csY10" fmla="*/ 2446878 h 3669756"/>
              <a:gd name="csX11" fmla="*/ 366954 w 5350339"/>
              <a:gd name="csY11" fmla="*/ 1119732 h 3669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350339" h="3669756">
                <a:moveTo>
                  <a:pt x="366954" y="1119595"/>
                </a:moveTo>
                <a:cubicBezTo>
                  <a:pt x="702495" y="678308"/>
                  <a:pt x="640606" y="479353"/>
                  <a:pt x="1603920" y="252346"/>
                </a:cubicBezTo>
                <a:cubicBezTo>
                  <a:pt x="2215436" y="55443"/>
                  <a:pt x="3098553" y="-93294"/>
                  <a:pt x="3627959" y="69537"/>
                </a:cubicBezTo>
                <a:cubicBezTo>
                  <a:pt x="3880298" y="248241"/>
                  <a:pt x="4502607" y="549685"/>
                  <a:pt x="4658765" y="961964"/>
                </a:cubicBezTo>
                <a:lnTo>
                  <a:pt x="4663683" y="960458"/>
                </a:lnTo>
                <a:lnTo>
                  <a:pt x="5350340" y="3099436"/>
                </a:lnTo>
                <a:lnTo>
                  <a:pt x="440320" y="3669757"/>
                </a:lnTo>
                <a:lnTo>
                  <a:pt x="57234" y="2476297"/>
                </a:lnTo>
                <a:cubicBezTo>
                  <a:pt x="57234" y="2476297"/>
                  <a:pt x="57098" y="2475613"/>
                  <a:pt x="56961" y="2475340"/>
                </a:cubicBezTo>
                <a:lnTo>
                  <a:pt x="47808" y="2446878"/>
                </a:lnTo>
                <a:lnTo>
                  <a:pt x="48217" y="2446878"/>
                </a:lnTo>
                <a:cubicBezTo>
                  <a:pt x="-74605" y="2026664"/>
                  <a:pt x="39200" y="1550894"/>
                  <a:pt x="366954" y="1119732"/>
                </a:cubicBezTo>
              </a:path>
            </a:pathLst>
          </a:custGeom>
          <a:solidFill>
            <a:srgbClr val="BEDDF7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FCB406B-C6D3-83B9-2060-C33D15195C3C}"/>
              </a:ext>
            </a:extLst>
          </p:cNvPr>
          <p:cNvSpPr/>
          <p:nvPr/>
        </p:nvSpPr>
        <p:spPr>
          <a:xfrm>
            <a:off x="7670900" y="-2881191"/>
            <a:ext cx="5162915" cy="4682201"/>
          </a:xfrm>
          <a:custGeom>
            <a:avLst/>
            <a:gdLst>
              <a:gd name="csX0" fmla="*/ 2204785 w 5162915"/>
              <a:gd name="csY0" fmla="*/ 186351 h 4682201"/>
              <a:gd name="csX1" fmla="*/ 687473 w 5162915"/>
              <a:gd name="csY1" fmla="*/ 802374 h 4682201"/>
              <a:gd name="csX2" fmla="*/ 327340 w 5162915"/>
              <a:gd name="csY2" fmla="*/ 1151025 h 4682201"/>
              <a:gd name="csX3" fmla="*/ 1636 w 5162915"/>
              <a:gd name="csY3" fmla="*/ 1629394 h 4682201"/>
              <a:gd name="csX4" fmla="*/ 293322 w 5162915"/>
              <a:gd name="csY4" fmla="*/ 2586133 h 4682201"/>
              <a:gd name="csX5" fmla="*/ 1039272 w 5162915"/>
              <a:gd name="csY5" fmla="*/ 3931888 h 4682201"/>
              <a:gd name="csX6" fmla="*/ 1429325 w 5162915"/>
              <a:gd name="csY6" fmla="*/ 4239900 h 4682201"/>
              <a:gd name="csX7" fmla="*/ 1827985 w 5162915"/>
              <a:gd name="csY7" fmla="*/ 4604834 h 4682201"/>
              <a:gd name="csX8" fmla="*/ 2273643 w 5162915"/>
              <a:gd name="csY8" fmla="*/ 4681871 h 4682201"/>
              <a:gd name="csX9" fmla="*/ 3075334 w 5162915"/>
              <a:gd name="csY9" fmla="*/ 4507545 h 4682201"/>
              <a:gd name="csX10" fmla="*/ 3581241 w 5162915"/>
              <a:gd name="csY10" fmla="*/ 4179145 h 4682201"/>
              <a:gd name="csX11" fmla="*/ 4344406 w 5162915"/>
              <a:gd name="csY11" fmla="*/ 3757699 h 4682201"/>
              <a:gd name="csX12" fmla="*/ 4923269 w 5162915"/>
              <a:gd name="csY12" fmla="*/ 3311760 h 4682201"/>
              <a:gd name="csX13" fmla="*/ 5154705 w 5162915"/>
              <a:gd name="csY13" fmla="*/ 2675348 h 4682201"/>
              <a:gd name="csX14" fmla="*/ 5137491 w 5162915"/>
              <a:gd name="csY14" fmla="*/ 1742966 h 4682201"/>
              <a:gd name="csX15" fmla="*/ 5081749 w 5162915"/>
              <a:gd name="csY15" fmla="*/ 1309478 h 4682201"/>
              <a:gd name="csX16" fmla="*/ 4961660 w 5162915"/>
              <a:gd name="csY16" fmla="*/ 1122838 h 4682201"/>
              <a:gd name="csX17" fmla="*/ 3932631 w 5162915"/>
              <a:gd name="csY17" fmla="*/ 506814 h 4682201"/>
              <a:gd name="csX18" fmla="*/ 3191189 w 5162915"/>
              <a:gd name="csY18" fmla="*/ 129839 h 4682201"/>
              <a:gd name="csX19" fmla="*/ 2685282 w 5162915"/>
              <a:gd name="csY19" fmla="*/ 8194 h 4682201"/>
              <a:gd name="csX20" fmla="*/ 2205195 w 5162915"/>
              <a:gd name="csY20" fmla="*/ 186761 h 4682201"/>
              <a:gd name="csX21" fmla="*/ 2204922 w 5162915"/>
              <a:gd name="csY21" fmla="*/ 186488 h 468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2915" h="4682201">
                <a:moveTo>
                  <a:pt x="2204785" y="186351"/>
                </a:moveTo>
                <a:lnTo>
                  <a:pt x="687473" y="802374"/>
                </a:lnTo>
                <a:cubicBezTo>
                  <a:pt x="687473" y="802374"/>
                  <a:pt x="498663" y="940302"/>
                  <a:pt x="327340" y="1151025"/>
                </a:cubicBezTo>
                <a:cubicBezTo>
                  <a:pt x="156018" y="1361749"/>
                  <a:pt x="18850" y="1564399"/>
                  <a:pt x="1636" y="1629394"/>
                </a:cubicBezTo>
                <a:cubicBezTo>
                  <a:pt x="-15578" y="1694117"/>
                  <a:pt x="104512" y="2205052"/>
                  <a:pt x="293322" y="2586133"/>
                </a:cubicBezTo>
                <a:cubicBezTo>
                  <a:pt x="481722" y="2967350"/>
                  <a:pt x="1039272" y="3931888"/>
                  <a:pt x="1039272" y="3931888"/>
                </a:cubicBezTo>
                <a:cubicBezTo>
                  <a:pt x="1039272" y="3931888"/>
                  <a:pt x="1339565" y="4166968"/>
                  <a:pt x="1429325" y="4239900"/>
                </a:cubicBezTo>
                <a:cubicBezTo>
                  <a:pt x="1519495" y="4312832"/>
                  <a:pt x="1716502" y="4555985"/>
                  <a:pt x="1827985" y="4604834"/>
                </a:cubicBezTo>
                <a:cubicBezTo>
                  <a:pt x="1939468" y="4653684"/>
                  <a:pt x="2016385" y="4685839"/>
                  <a:pt x="2273643" y="4681871"/>
                </a:cubicBezTo>
                <a:cubicBezTo>
                  <a:pt x="2530900" y="4677903"/>
                  <a:pt x="2886524" y="4600866"/>
                  <a:pt x="3075334" y="4507545"/>
                </a:cubicBezTo>
                <a:cubicBezTo>
                  <a:pt x="3263871" y="4414225"/>
                  <a:pt x="3431368" y="4268224"/>
                  <a:pt x="3581241" y="4179145"/>
                </a:cubicBezTo>
                <a:cubicBezTo>
                  <a:pt x="3731251" y="4090067"/>
                  <a:pt x="4151497" y="3883175"/>
                  <a:pt x="4344406" y="3757699"/>
                </a:cubicBezTo>
                <a:cubicBezTo>
                  <a:pt x="4537315" y="3631812"/>
                  <a:pt x="4841707" y="3417121"/>
                  <a:pt x="4923269" y="3311760"/>
                </a:cubicBezTo>
                <a:cubicBezTo>
                  <a:pt x="5004832" y="3206398"/>
                  <a:pt x="5133392" y="2857747"/>
                  <a:pt x="5154705" y="2675348"/>
                </a:cubicBezTo>
                <a:cubicBezTo>
                  <a:pt x="5176018" y="2492812"/>
                  <a:pt x="5150606" y="1888967"/>
                  <a:pt x="5137491" y="1742966"/>
                </a:cubicBezTo>
                <a:cubicBezTo>
                  <a:pt x="5124375" y="1596965"/>
                  <a:pt x="5081749" y="1309478"/>
                  <a:pt x="5081749" y="1309478"/>
                </a:cubicBezTo>
                <a:cubicBezTo>
                  <a:pt x="5081749" y="1309478"/>
                  <a:pt x="5086258" y="1212190"/>
                  <a:pt x="4961660" y="1122838"/>
                </a:cubicBezTo>
                <a:cubicBezTo>
                  <a:pt x="4837198" y="1033759"/>
                  <a:pt x="4048485" y="567295"/>
                  <a:pt x="3932631" y="506814"/>
                </a:cubicBezTo>
                <a:cubicBezTo>
                  <a:pt x="3817049" y="445924"/>
                  <a:pt x="3272615" y="170205"/>
                  <a:pt x="3191189" y="129839"/>
                </a:cubicBezTo>
                <a:cubicBezTo>
                  <a:pt x="3109626" y="89199"/>
                  <a:pt x="2882699" y="-32446"/>
                  <a:pt x="2685282" y="8194"/>
                </a:cubicBezTo>
                <a:cubicBezTo>
                  <a:pt x="2488274" y="48833"/>
                  <a:pt x="2205195" y="186761"/>
                  <a:pt x="2205195" y="186761"/>
                </a:cubicBezTo>
                <a:lnTo>
                  <a:pt x="2204922" y="186488"/>
                </a:lnTo>
                <a:close/>
              </a:path>
            </a:pathLst>
          </a:custGeom>
          <a:solidFill>
            <a:srgbClr val="BEDDF7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5D7D786-D315-266E-7EE0-EC67EF55C472}"/>
              </a:ext>
            </a:extLst>
          </p:cNvPr>
          <p:cNvSpPr/>
          <p:nvPr/>
        </p:nvSpPr>
        <p:spPr>
          <a:xfrm>
            <a:off x="7670910" y="-4953000"/>
            <a:ext cx="2897443" cy="2394308"/>
          </a:xfrm>
          <a:custGeom>
            <a:avLst/>
            <a:gdLst>
              <a:gd name="csX0" fmla="*/ 2897444 w 2897443"/>
              <a:gd name="csY0" fmla="*/ 1158567 h 2394308"/>
              <a:gd name="csX1" fmla="*/ 2456978 w 2897443"/>
              <a:gd name="csY1" fmla="*/ 2120095 h 2394308"/>
              <a:gd name="csX2" fmla="*/ 1516752 w 2897443"/>
              <a:gd name="csY2" fmla="*/ 2394309 h 2394308"/>
              <a:gd name="csX3" fmla="*/ 20616 w 2897443"/>
              <a:gd name="csY3" fmla="*/ 1158567 h 2394308"/>
              <a:gd name="csX4" fmla="*/ 1516752 w 2897443"/>
              <a:gd name="csY4" fmla="*/ 0 h 2394308"/>
              <a:gd name="csX5" fmla="*/ 2897444 w 2897443"/>
              <a:gd name="csY5" fmla="*/ 1158567 h 23943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97443" h="2394308">
                <a:moveTo>
                  <a:pt x="2897444" y="1158567"/>
                </a:moveTo>
                <a:cubicBezTo>
                  <a:pt x="2650296" y="1564278"/>
                  <a:pt x="2767790" y="1919497"/>
                  <a:pt x="2456978" y="2120095"/>
                </a:cubicBezTo>
                <a:cubicBezTo>
                  <a:pt x="2271993" y="2330681"/>
                  <a:pt x="1869644" y="2394309"/>
                  <a:pt x="1516752" y="2394309"/>
                </a:cubicBezTo>
                <a:cubicBezTo>
                  <a:pt x="590326" y="2394309"/>
                  <a:pt x="-132809" y="2254875"/>
                  <a:pt x="20616" y="1158567"/>
                </a:cubicBezTo>
                <a:cubicBezTo>
                  <a:pt x="20616" y="329084"/>
                  <a:pt x="570242" y="115077"/>
                  <a:pt x="1516752" y="0"/>
                </a:cubicBezTo>
                <a:cubicBezTo>
                  <a:pt x="2343036" y="0"/>
                  <a:pt x="2897444" y="329084"/>
                  <a:pt x="2897444" y="1158567"/>
                </a:cubicBezTo>
              </a:path>
            </a:pathLst>
          </a:custGeom>
          <a:solidFill>
            <a:srgbClr val="BEDDF7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F57A0B-443C-D2C5-542A-01F5E0F4E0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6605587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 dirty="0" err="1">
                <a:solidFill>
                  <a:srgbClr val="FCFCFC"/>
                </a:solidFill>
                <a:effectLst/>
                <a:latin typeface="Aptos" panose="020B0004020202020204" pitchFamily="34" charset="0"/>
              </a:rPr>
              <a:t>xxx@maastrichtuniversity.nl</a:t>
            </a:r>
            <a:r>
              <a:rPr lang="en-GB" dirty="0">
                <a:solidFill>
                  <a:srgbClr val="FCFCFC"/>
                </a:solidFill>
                <a:effectLst/>
                <a:latin typeface="Aptos" panose="020B0004020202020204" pitchFamily="34" charset="0"/>
              </a:rPr>
              <a:t> </a:t>
            </a:r>
          </a:p>
          <a:p>
            <a:r>
              <a:rPr lang="en-GB" dirty="0" err="1">
                <a:solidFill>
                  <a:srgbClr val="FCFCFC"/>
                </a:solidFill>
                <a:effectLst/>
                <a:latin typeface="Aptos" panose="020B0004020202020204" pitchFamily="34" charset="0"/>
              </a:rPr>
              <a:t>maastrichtuniversity.nl</a:t>
            </a:r>
            <a:endParaRPr lang="en-GB" dirty="0">
              <a:solidFill>
                <a:srgbClr val="FCFCFC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616B7-088A-1DE8-F55E-0403E0A53F28}"/>
              </a:ext>
            </a:extLst>
          </p:cNvPr>
          <p:cNvSpPr txBox="1"/>
          <p:nvPr userDrawn="1"/>
        </p:nvSpPr>
        <p:spPr>
          <a:xfrm>
            <a:off x="-2160000" y="914400"/>
            <a:ext cx="1981200" cy="183041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bg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GB" sz="1000" dirty="0">
                <a:solidFill>
                  <a:schemeClr val="bg1"/>
                </a:solidFill>
              </a:rPr>
              <a:t>Use the </a:t>
            </a:r>
            <a:r>
              <a:rPr lang="en-GB" sz="1000" b="1" dirty="0">
                <a:solidFill>
                  <a:schemeClr val="bg1"/>
                </a:solidFill>
              </a:rPr>
              <a:t>Crop</a:t>
            </a:r>
            <a:r>
              <a:rPr lang="en-GB" sz="1000" dirty="0">
                <a:solidFill>
                  <a:schemeClr val="bg1"/>
                </a:solidFill>
              </a:rPr>
              <a:t> tool to reposition the image.</a:t>
            </a:r>
          </a:p>
          <a:p>
            <a:r>
              <a:rPr lang="en-GB" sz="1000" dirty="0">
                <a:solidFill>
                  <a:schemeClr val="bg1"/>
                </a:solidFill>
              </a:rPr>
              <a:t>Select the image, then go to </a:t>
            </a:r>
            <a:r>
              <a:rPr lang="en-GB" sz="1000" b="1" dirty="0">
                <a:solidFill>
                  <a:schemeClr val="bg1"/>
                </a:solidFill>
              </a:rPr>
              <a:t>Picture Format → Crop</a:t>
            </a:r>
            <a:r>
              <a:rPr lang="en-GB" sz="1000" dirty="0">
                <a:solidFill>
                  <a:schemeClr val="bg1"/>
                </a:solidFill>
              </a:rPr>
              <a:t>.</a:t>
            </a: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5D86D39-2788-B4BC-A019-B28FD7294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93900" y="2120900"/>
            <a:ext cx="469900" cy="4699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9D275D0-561F-513C-5159-C7FB6968D4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50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Aardebru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5FFACBB-5FB3-008D-0C28-26B5AA850F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48585" y="1489288"/>
            <a:ext cx="7099380" cy="3681785"/>
          </a:xfrm>
          <a:custGeom>
            <a:avLst/>
            <a:gdLst>
              <a:gd name="csX0" fmla="*/ 2151781 w 7099380"/>
              <a:gd name="csY0" fmla="*/ 1623 h 3681785"/>
              <a:gd name="csX1" fmla="*/ 3241693 w 7099380"/>
              <a:gd name="csY1" fmla="*/ 169633 h 3681785"/>
              <a:gd name="csX2" fmla="*/ 4519782 w 7099380"/>
              <a:gd name="csY2" fmla="*/ 488317 h 3681785"/>
              <a:gd name="csX3" fmla="*/ 5197149 w 7099380"/>
              <a:gd name="csY3" fmla="*/ 868577 h 3681785"/>
              <a:gd name="csX4" fmla="*/ 5702510 w 7099380"/>
              <a:gd name="csY4" fmla="*/ 1267309 h 3681785"/>
              <a:gd name="csX5" fmla="*/ 6331239 w 7099380"/>
              <a:gd name="csY5" fmla="*/ 1729942 h 3681785"/>
              <a:gd name="csX6" fmla="*/ 6902588 w 7099380"/>
              <a:gd name="csY6" fmla="*/ 2088720 h 3681785"/>
              <a:gd name="csX7" fmla="*/ 7091535 w 7099380"/>
              <a:gd name="csY7" fmla="*/ 2331462 h 3681785"/>
              <a:gd name="csX8" fmla="*/ 7079376 w 7099380"/>
              <a:gd name="csY8" fmla="*/ 2572972 h 3681785"/>
              <a:gd name="csX9" fmla="*/ 6874307 w 7099380"/>
              <a:gd name="csY9" fmla="*/ 2810651 h 3681785"/>
              <a:gd name="csX10" fmla="*/ 6593415 w 7099380"/>
              <a:gd name="csY10" fmla="*/ 2974715 h 3681785"/>
              <a:gd name="csX11" fmla="*/ 6001710 w 7099380"/>
              <a:gd name="csY11" fmla="*/ 3147125 h 3681785"/>
              <a:gd name="csX12" fmla="*/ 5259994 w 7099380"/>
              <a:gd name="csY12" fmla="*/ 3276842 h 3681785"/>
              <a:gd name="csX13" fmla="*/ 4669109 w 7099380"/>
              <a:gd name="csY13" fmla="*/ 3363458 h 3681785"/>
              <a:gd name="csX14" fmla="*/ 4059370 w 7099380"/>
              <a:gd name="csY14" fmla="*/ 3457873 h 3681785"/>
              <a:gd name="csX15" fmla="*/ 3560840 w 7099380"/>
              <a:gd name="csY15" fmla="*/ 3525332 h 3681785"/>
              <a:gd name="csX16" fmla="*/ 2573890 w 7099380"/>
              <a:gd name="csY16" fmla="*/ 3632336 h 3681785"/>
              <a:gd name="csX17" fmla="*/ 1911415 w 7099380"/>
              <a:gd name="csY17" fmla="*/ 3671880 h 3681785"/>
              <a:gd name="csX18" fmla="*/ 1911688 w 7099380"/>
              <a:gd name="csY18" fmla="*/ 3671607 h 3681785"/>
              <a:gd name="csX19" fmla="*/ 1911005 w 7099380"/>
              <a:gd name="csY19" fmla="*/ 3671607 h 3681785"/>
              <a:gd name="csX20" fmla="*/ 848641 w 7099380"/>
              <a:gd name="csY20" fmla="*/ 3541615 h 3681785"/>
              <a:gd name="csX21" fmla="*/ 525122 w 7099380"/>
              <a:gd name="csY21" fmla="*/ 3381930 h 3681785"/>
              <a:gd name="csX22" fmla="*/ 309944 w 7099380"/>
              <a:gd name="csY22" fmla="*/ 3085276 h 3681785"/>
              <a:gd name="csX23" fmla="*/ 173870 w 7099380"/>
              <a:gd name="csY23" fmla="*/ 2676008 h 3681785"/>
              <a:gd name="csX24" fmla="*/ 135752 w 7099380"/>
              <a:gd name="csY24" fmla="*/ 2456391 h 3681785"/>
              <a:gd name="csX25" fmla="*/ 16756 w 7099380"/>
              <a:gd name="csY25" fmla="*/ 1835030 h 3681785"/>
              <a:gd name="csX26" fmla="*/ 2547 w 7099380"/>
              <a:gd name="csY26" fmla="*/ 1451350 h 3681785"/>
              <a:gd name="csX27" fmla="*/ 83563 w 7099380"/>
              <a:gd name="csY27" fmla="*/ 1014442 h 3681785"/>
              <a:gd name="csX28" fmla="*/ 568294 w 7099380"/>
              <a:gd name="csY28" fmla="*/ 529915 h 3681785"/>
              <a:gd name="csX29" fmla="*/ 1285691 w 7099380"/>
              <a:gd name="csY29" fmla="*/ 176748 h 3681785"/>
              <a:gd name="csX30" fmla="*/ 2071808 w 7099380"/>
              <a:gd name="csY30" fmla="*/ 1738 h 3681785"/>
              <a:gd name="csX31" fmla="*/ 2151781 w 7099380"/>
              <a:gd name="csY31" fmla="*/ 1623 h 3681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7099380" h="3681785">
                <a:moveTo>
                  <a:pt x="2151781" y="1623"/>
                </a:moveTo>
                <a:cubicBezTo>
                  <a:pt x="2369595" y="16454"/>
                  <a:pt x="2796753" y="128925"/>
                  <a:pt x="3241693" y="169633"/>
                </a:cubicBezTo>
                <a:cubicBezTo>
                  <a:pt x="3750060" y="215745"/>
                  <a:pt x="4334524" y="446720"/>
                  <a:pt x="4519782" y="488317"/>
                </a:cubicBezTo>
                <a:cubicBezTo>
                  <a:pt x="4705040" y="530188"/>
                  <a:pt x="5073644" y="749533"/>
                  <a:pt x="5197149" y="868577"/>
                </a:cubicBezTo>
                <a:cubicBezTo>
                  <a:pt x="5320791" y="987896"/>
                  <a:pt x="5577638" y="1187262"/>
                  <a:pt x="5702510" y="1267309"/>
                </a:cubicBezTo>
                <a:cubicBezTo>
                  <a:pt x="5827381" y="1347493"/>
                  <a:pt x="6265251" y="1681093"/>
                  <a:pt x="6331239" y="1729942"/>
                </a:cubicBezTo>
                <a:cubicBezTo>
                  <a:pt x="6397500" y="1778518"/>
                  <a:pt x="6824714" y="2051638"/>
                  <a:pt x="6902588" y="2088720"/>
                </a:cubicBezTo>
                <a:cubicBezTo>
                  <a:pt x="6980462" y="2126075"/>
                  <a:pt x="7078146" y="2260445"/>
                  <a:pt x="7091535" y="2331462"/>
                </a:cubicBezTo>
                <a:cubicBezTo>
                  <a:pt x="7104924" y="2402888"/>
                  <a:pt x="7101371" y="2511808"/>
                  <a:pt x="7079376" y="2572972"/>
                </a:cubicBezTo>
                <a:cubicBezTo>
                  <a:pt x="7057380" y="2634274"/>
                  <a:pt x="6939066" y="2765634"/>
                  <a:pt x="6874307" y="2810651"/>
                </a:cubicBezTo>
                <a:cubicBezTo>
                  <a:pt x="6809549" y="2855670"/>
                  <a:pt x="6721019" y="2910129"/>
                  <a:pt x="6593415" y="2974715"/>
                </a:cubicBezTo>
                <a:cubicBezTo>
                  <a:pt x="6465948" y="3039163"/>
                  <a:pt x="6269760" y="3089245"/>
                  <a:pt x="6001710" y="3147125"/>
                </a:cubicBezTo>
                <a:cubicBezTo>
                  <a:pt x="5733932" y="3205005"/>
                  <a:pt x="5361230" y="3257959"/>
                  <a:pt x="5259994" y="3276842"/>
                </a:cubicBezTo>
                <a:cubicBezTo>
                  <a:pt x="5158758" y="3295725"/>
                  <a:pt x="4838519" y="3345670"/>
                  <a:pt x="4669109" y="3363458"/>
                </a:cubicBezTo>
                <a:cubicBezTo>
                  <a:pt x="4499426" y="3381383"/>
                  <a:pt x="4168940" y="3447748"/>
                  <a:pt x="4059370" y="3457873"/>
                </a:cubicBezTo>
                <a:cubicBezTo>
                  <a:pt x="3949799" y="3467862"/>
                  <a:pt x="3717954" y="3516438"/>
                  <a:pt x="3560840" y="3525332"/>
                </a:cubicBezTo>
                <a:cubicBezTo>
                  <a:pt x="3403589" y="3534226"/>
                  <a:pt x="2740567" y="3604284"/>
                  <a:pt x="2573890" y="3632336"/>
                </a:cubicBezTo>
                <a:cubicBezTo>
                  <a:pt x="2407212" y="3660386"/>
                  <a:pt x="2203237" y="3637809"/>
                  <a:pt x="1911415" y="3671880"/>
                </a:cubicBezTo>
                <a:lnTo>
                  <a:pt x="1911688" y="3671607"/>
                </a:lnTo>
                <a:lnTo>
                  <a:pt x="1911005" y="3671607"/>
                </a:lnTo>
                <a:cubicBezTo>
                  <a:pt x="1618773" y="3705815"/>
                  <a:pt x="1099477" y="3651629"/>
                  <a:pt x="848641" y="3541615"/>
                </a:cubicBezTo>
                <a:cubicBezTo>
                  <a:pt x="746721" y="3497008"/>
                  <a:pt x="580180" y="3433517"/>
                  <a:pt x="525122" y="3381930"/>
                </a:cubicBezTo>
                <a:cubicBezTo>
                  <a:pt x="469927" y="3330208"/>
                  <a:pt x="348061" y="3172029"/>
                  <a:pt x="309944" y="3085276"/>
                </a:cubicBezTo>
                <a:cubicBezTo>
                  <a:pt x="271827" y="2998524"/>
                  <a:pt x="190401" y="2726909"/>
                  <a:pt x="173870" y="2676008"/>
                </a:cubicBezTo>
                <a:cubicBezTo>
                  <a:pt x="157475" y="2625106"/>
                  <a:pt x="183433" y="2601571"/>
                  <a:pt x="135752" y="2456391"/>
                </a:cubicBezTo>
                <a:cubicBezTo>
                  <a:pt x="88072" y="2311621"/>
                  <a:pt x="24543" y="1940939"/>
                  <a:pt x="16756" y="1835030"/>
                </a:cubicBezTo>
                <a:cubicBezTo>
                  <a:pt x="8968" y="1729121"/>
                  <a:pt x="13750" y="1603235"/>
                  <a:pt x="2547" y="1451350"/>
                </a:cubicBezTo>
                <a:cubicBezTo>
                  <a:pt x="-8656" y="1299329"/>
                  <a:pt x="16892" y="1162632"/>
                  <a:pt x="83563" y="1014442"/>
                </a:cubicBezTo>
                <a:cubicBezTo>
                  <a:pt x="150234" y="866388"/>
                  <a:pt x="420197" y="638971"/>
                  <a:pt x="568294" y="529915"/>
                </a:cubicBezTo>
                <a:cubicBezTo>
                  <a:pt x="716391" y="420859"/>
                  <a:pt x="1090186" y="240239"/>
                  <a:pt x="1285691" y="176748"/>
                </a:cubicBezTo>
                <a:cubicBezTo>
                  <a:pt x="1481605" y="113257"/>
                  <a:pt x="1824251" y="28558"/>
                  <a:pt x="2071808" y="1738"/>
                </a:cubicBezTo>
                <a:cubicBezTo>
                  <a:pt x="2093821" y="-622"/>
                  <a:pt x="2120665" y="-496"/>
                  <a:pt x="2151781" y="162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505606"/>
            <a:ext cx="6605586" cy="2694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 sz="6400">
                <a:solidFill>
                  <a:schemeClr val="accent4"/>
                </a:solidFill>
              </a:defRPr>
            </a:lvl1pPr>
          </a:lstStyle>
          <a:p>
            <a:r>
              <a:rPr lang="en-NL" dirty="0"/>
              <a:t>[Thank you!]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413" y="3301312"/>
            <a:ext cx="3557587" cy="27699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Contact</a:t>
            </a:r>
            <a:endParaRPr lang="en-N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7EDE357-94EA-B00C-1387-BBE334AB16CC}"/>
              </a:ext>
            </a:extLst>
          </p:cNvPr>
          <p:cNvSpPr/>
          <p:nvPr/>
        </p:nvSpPr>
        <p:spPr>
          <a:xfrm>
            <a:off x="8120936" y="4833563"/>
            <a:ext cx="5350339" cy="3669756"/>
          </a:xfrm>
          <a:custGeom>
            <a:avLst/>
            <a:gdLst>
              <a:gd name="csX0" fmla="*/ 366954 w 5350339"/>
              <a:gd name="csY0" fmla="*/ 1119595 h 3669756"/>
              <a:gd name="csX1" fmla="*/ 1603920 w 5350339"/>
              <a:gd name="csY1" fmla="*/ 252346 h 3669756"/>
              <a:gd name="csX2" fmla="*/ 3627959 w 5350339"/>
              <a:gd name="csY2" fmla="*/ 69537 h 3669756"/>
              <a:gd name="csX3" fmla="*/ 4658765 w 5350339"/>
              <a:gd name="csY3" fmla="*/ 961964 h 3669756"/>
              <a:gd name="csX4" fmla="*/ 4663683 w 5350339"/>
              <a:gd name="csY4" fmla="*/ 960458 h 3669756"/>
              <a:gd name="csX5" fmla="*/ 5350340 w 5350339"/>
              <a:gd name="csY5" fmla="*/ 3099436 h 3669756"/>
              <a:gd name="csX6" fmla="*/ 440320 w 5350339"/>
              <a:gd name="csY6" fmla="*/ 3669757 h 3669756"/>
              <a:gd name="csX7" fmla="*/ 57234 w 5350339"/>
              <a:gd name="csY7" fmla="*/ 2476297 h 3669756"/>
              <a:gd name="csX8" fmla="*/ 56961 w 5350339"/>
              <a:gd name="csY8" fmla="*/ 2475340 h 3669756"/>
              <a:gd name="csX9" fmla="*/ 47808 w 5350339"/>
              <a:gd name="csY9" fmla="*/ 2446878 h 3669756"/>
              <a:gd name="csX10" fmla="*/ 48217 w 5350339"/>
              <a:gd name="csY10" fmla="*/ 2446878 h 3669756"/>
              <a:gd name="csX11" fmla="*/ 366954 w 5350339"/>
              <a:gd name="csY11" fmla="*/ 1119732 h 3669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350339" h="3669756">
                <a:moveTo>
                  <a:pt x="366954" y="1119595"/>
                </a:moveTo>
                <a:cubicBezTo>
                  <a:pt x="702495" y="678308"/>
                  <a:pt x="640606" y="479353"/>
                  <a:pt x="1603920" y="252346"/>
                </a:cubicBezTo>
                <a:cubicBezTo>
                  <a:pt x="2215436" y="55443"/>
                  <a:pt x="3098553" y="-93294"/>
                  <a:pt x="3627959" y="69537"/>
                </a:cubicBezTo>
                <a:cubicBezTo>
                  <a:pt x="3880298" y="248241"/>
                  <a:pt x="4502607" y="549685"/>
                  <a:pt x="4658765" y="961964"/>
                </a:cubicBezTo>
                <a:lnTo>
                  <a:pt x="4663683" y="960458"/>
                </a:lnTo>
                <a:lnTo>
                  <a:pt x="5350340" y="3099436"/>
                </a:lnTo>
                <a:lnTo>
                  <a:pt x="440320" y="3669757"/>
                </a:lnTo>
                <a:lnTo>
                  <a:pt x="57234" y="2476297"/>
                </a:lnTo>
                <a:cubicBezTo>
                  <a:pt x="57234" y="2476297"/>
                  <a:pt x="57098" y="2475613"/>
                  <a:pt x="56961" y="2475340"/>
                </a:cubicBezTo>
                <a:lnTo>
                  <a:pt x="47808" y="2446878"/>
                </a:lnTo>
                <a:lnTo>
                  <a:pt x="48217" y="2446878"/>
                </a:lnTo>
                <a:cubicBezTo>
                  <a:pt x="-74605" y="2026664"/>
                  <a:pt x="39200" y="1550894"/>
                  <a:pt x="366954" y="1119732"/>
                </a:cubicBezTo>
              </a:path>
            </a:pathLst>
          </a:custGeom>
          <a:solidFill>
            <a:schemeClr val="accent4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FCB406B-C6D3-83B9-2060-C33D15195C3C}"/>
              </a:ext>
            </a:extLst>
          </p:cNvPr>
          <p:cNvSpPr/>
          <p:nvPr/>
        </p:nvSpPr>
        <p:spPr>
          <a:xfrm>
            <a:off x="7670900" y="-2881191"/>
            <a:ext cx="5162915" cy="4682201"/>
          </a:xfrm>
          <a:custGeom>
            <a:avLst/>
            <a:gdLst>
              <a:gd name="csX0" fmla="*/ 2204785 w 5162915"/>
              <a:gd name="csY0" fmla="*/ 186351 h 4682201"/>
              <a:gd name="csX1" fmla="*/ 687473 w 5162915"/>
              <a:gd name="csY1" fmla="*/ 802374 h 4682201"/>
              <a:gd name="csX2" fmla="*/ 327340 w 5162915"/>
              <a:gd name="csY2" fmla="*/ 1151025 h 4682201"/>
              <a:gd name="csX3" fmla="*/ 1636 w 5162915"/>
              <a:gd name="csY3" fmla="*/ 1629394 h 4682201"/>
              <a:gd name="csX4" fmla="*/ 293322 w 5162915"/>
              <a:gd name="csY4" fmla="*/ 2586133 h 4682201"/>
              <a:gd name="csX5" fmla="*/ 1039272 w 5162915"/>
              <a:gd name="csY5" fmla="*/ 3931888 h 4682201"/>
              <a:gd name="csX6" fmla="*/ 1429325 w 5162915"/>
              <a:gd name="csY6" fmla="*/ 4239900 h 4682201"/>
              <a:gd name="csX7" fmla="*/ 1827985 w 5162915"/>
              <a:gd name="csY7" fmla="*/ 4604834 h 4682201"/>
              <a:gd name="csX8" fmla="*/ 2273643 w 5162915"/>
              <a:gd name="csY8" fmla="*/ 4681871 h 4682201"/>
              <a:gd name="csX9" fmla="*/ 3075334 w 5162915"/>
              <a:gd name="csY9" fmla="*/ 4507545 h 4682201"/>
              <a:gd name="csX10" fmla="*/ 3581241 w 5162915"/>
              <a:gd name="csY10" fmla="*/ 4179145 h 4682201"/>
              <a:gd name="csX11" fmla="*/ 4344406 w 5162915"/>
              <a:gd name="csY11" fmla="*/ 3757699 h 4682201"/>
              <a:gd name="csX12" fmla="*/ 4923269 w 5162915"/>
              <a:gd name="csY12" fmla="*/ 3311760 h 4682201"/>
              <a:gd name="csX13" fmla="*/ 5154705 w 5162915"/>
              <a:gd name="csY13" fmla="*/ 2675348 h 4682201"/>
              <a:gd name="csX14" fmla="*/ 5137491 w 5162915"/>
              <a:gd name="csY14" fmla="*/ 1742966 h 4682201"/>
              <a:gd name="csX15" fmla="*/ 5081749 w 5162915"/>
              <a:gd name="csY15" fmla="*/ 1309478 h 4682201"/>
              <a:gd name="csX16" fmla="*/ 4961660 w 5162915"/>
              <a:gd name="csY16" fmla="*/ 1122838 h 4682201"/>
              <a:gd name="csX17" fmla="*/ 3932631 w 5162915"/>
              <a:gd name="csY17" fmla="*/ 506814 h 4682201"/>
              <a:gd name="csX18" fmla="*/ 3191189 w 5162915"/>
              <a:gd name="csY18" fmla="*/ 129839 h 4682201"/>
              <a:gd name="csX19" fmla="*/ 2685282 w 5162915"/>
              <a:gd name="csY19" fmla="*/ 8194 h 4682201"/>
              <a:gd name="csX20" fmla="*/ 2205195 w 5162915"/>
              <a:gd name="csY20" fmla="*/ 186761 h 4682201"/>
              <a:gd name="csX21" fmla="*/ 2204922 w 5162915"/>
              <a:gd name="csY21" fmla="*/ 186488 h 468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2915" h="4682201">
                <a:moveTo>
                  <a:pt x="2204785" y="186351"/>
                </a:moveTo>
                <a:lnTo>
                  <a:pt x="687473" y="802374"/>
                </a:lnTo>
                <a:cubicBezTo>
                  <a:pt x="687473" y="802374"/>
                  <a:pt x="498663" y="940302"/>
                  <a:pt x="327340" y="1151025"/>
                </a:cubicBezTo>
                <a:cubicBezTo>
                  <a:pt x="156018" y="1361749"/>
                  <a:pt x="18850" y="1564399"/>
                  <a:pt x="1636" y="1629394"/>
                </a:cubicBezTo>
                <a:cubicBezTo>
                  <a:pt x="-15578" y="1694117"/>
                  <a:pt x="104512" y="2205052"/>
                  <a:pt x="293322" y="2586133"/>
                </a:cubicBezTo>
                <a:cubicBezTo>
                  <a:pt x="481722" y="2967350"/>
                  <a:pt x="1039272" y="3931888"/>
                  <a:pt x="1039272" y="3931888"/>
                </a:cubicBezTo>
                <a:cubicBezTo>
                  <a:pt x="1039272" y="3931888"/>
                  <a:pt x="1339565" y="4166968"/>
                  <a:pt x="1429325" y="4239900"/>
                </a:cubicBezTo>
                <a:cubicBezTo>
                  <a:pt x="1519495" y="4312832"/>
                  <a:pt x="1716502" y="4555985"/>
                  <a:pt x="1827985" y="4604834"/>
                </a:cubicBezTo>
                <a:cubicBezTo>
                  <a:pt x="1939468" y="4653684"/>
                  <a:pt x="2016385" y="4685839"/>
                  <a:pt x="2273643" y="4681871"/>
                </a:cubicBezTo>
                <a:cubicBezTo>
                  <a:pt x="2530900" y="4677903"/>
                  <a:pt x="2886524" y="4600866"/>
                  <a:pt x="3075334" y="4507545"/>
                </a:cubicBezTo>
                <a:cubicBezTo>
                  <a:pt x="3263871" y="4414225"/>
                  <a:pt x="3431368" y="4268224"/>
                  <a:pt x="3581241" y="4179145"/>
                </a:cubicBezTo>
                <a:cubicBezTo>
                  <a:pt x="3731251" y="4090067"/>
                  <a:pt x="4151497" y="3883175"/>
                  <a:pt x="4344406" y="3757699"/>
                </a:cubicBezTo>
                <a:cubicBezTo>
                  <a:pt x="4537315" y="3631812"/>
                  <a:pt x="4841707" y="3417121"/>
                  <a:pt x="4923269" y="3311760"/>
                </a:cubicBezTo>
                <a:cubicBezTo>
                  <a:pt x="5004832" y="3206398"/>
                  <a:pt x="5133392" y="2857747"/>
                  <a:pt x="5154705" y="2675348"/>
                </a:cubicBezTo>
                <a:cubicBezTo>
                  <a:pt x="5176018" y="2492812"/>
                  <a:pt x="5150606" y="1888967"/>
                  <a:pt x="5137491" y="1742966"/>
                </a:cubicBezTo>
                <a:cubicBezTo>
                  <a:pt x="5124375" y="1596965"/>
                  <a:pt x="5081749" y="1309478"/>
                  <a:pt x="5081749" y="1309478"/>
                </a:cubicBezTo>
                <a:cubicBezTo>
                  <a:pt x="5081749" y="1309478"/>
                  <a:pt x="5086258" y="1212190"/>
                  <a:pt x="4961660" y="1122838"/>
                </a:cubicBezTo>
                <a:cubicBezTo>
                  <a:pt x="4837198" y="1033759"/>
                  <a:pt x="4048485" y="567295"/>
                  <a:pt x="3932631" y="506814"/>
                </a:cubicBezTo>
                <a:cubicBezTo>
                  <a:pt x="3817049" y="445924"/>
                  <a:pt x="3272615" y="170205"/>
                  <a:pt x="3191189" y="129839"/>
                </a:cubicBezTo>
                <a:cubicBezTo>
                  <a:pt x="3109626" y="89199"/>
                  <a:pt x="2882699" y="-32446"/>
                  <a:pt x="2685282" y="8194"/>
                </a:cubicBezTo>
                <a:cubicBezTo>
                  <a:pt x="2488274" y="48833"/>
                  <a:pt x="2205195" y="186761"/>
                  <a:pt x="2205195" y="186761"/>
                </a:cubicBezTo>
                <a:lnTo>
                  <a:pt x="2204922" y="186488"/>
                </a:lnTo>
                <a:close/>
              </a:path>
            </a:pathLst>
          </a:custGeom>
          <a:solidFill>
            <a:schemeClr val="accent4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5D7D786-D315-266E-7EE0-EC67EF55C472}"/>
              </a:ext>
            </a:extLst>
          </p:cNvPr>
          <p:cNvSpPr/>
          <p:nvPr/>
        </p:nvSpPr>
        <p:spPr>
          <a:xfrm>
            <a:off x="7670910" y="-4953000"/>
            <a:ext cx="2897443" cy="2394308"/>
          </a:xfrm>
          <a:custGeom>
            <a:avLst/>
            <a:gdLst>
              <a:gd name="csX0" fmla="*/ 2897444 w 2897443"/>
              <a:gd name="csY0" fmla="*/ 1158567 h 2394308"/>
              <a:gd name="csX1" fmla="*/ 2456978 w 2897443"/>
              <a:gd name="csY1" fmla="*/ 2120095 h 2394308"/>
              <a:gd name="csX2" fmla="*/ 1516752 w 2897443"/>
              <a:gd name="csY2" fmla="*/ 2394309 h 2394308"/>
              <a:gd name="csX3" fmla="*/ 20616 w 2897443"/>
              <a:gd name="csY3" fmla="*/ 1158567 h 2394308"/>
              <a:gd name="csX4" fmla="*/ 1516752 w 2897443"/>
              <a:gd name="csY4" fmla="*/ 0 h 2394308"/>
              <a:gd name="csX5" fmla="*/ 2897444 w 2897443"/>
              <a:gd name="csY5" fmla="*/ 1158567 h 23943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97443" h="2394308">
                <a:moveTo>
                  <a:pt x="2897444" y="1158567"/>
                </a:moveTo>
                <a:cubicBezTo>
                  <a:pt x="2650296" y="1564278"/>
                  <a:pt x="2767790" y="1919497"/>
                  <a:pt x="2456978" y="2120095"/>
                </a:cubicBezTo>
                <a:cubicBezTo>
                  <a:pt x="2271993" y="2330681"/>
                  <a:pt x="1869644" y="2394309"/>
                  <a:pt x="1516752" y="2394309"/>
                </a:cubicBezTo>
                <a:cubicBezTo>
                  <a:pt x="590326" y="2394309"/>
                  <a:pt x="-132809" y="2254875"/>
                  <a:pt x="20616" y="1158567"/>
                </a:cubicBezTo>
                <a:cubicBezTo>
                  <a:pt x="20616" y="329084"/>
                  <a:pt x="570242" y="115077"/>
                  <a:pt x="1516752" y="0"/>
                </a:cubicBezTo>
                <a:cubicBezTo>
                  <a:pt x="2343036" y="0"/>
                  <a:pt x="2897444" y="329084"/>
                  <a:pt x="2897444" y="1158567"/>
                </a:cubicBezTo>
              </a:path>
            </a:pathLst>
          </a:custGeom>
          <a:solidFill>
            <a:schemeClr val="accent4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4FFDAA-8366-A657-23C4-2EC6372ECB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6605587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 dirty="0" err="1">
                <a:solidFill>
                  <a:srgbClr val="FCFCFC"/>
                </a:solidFill>
                <a:effectLst/>
                <a:latin typeface="Aptos" panose="020B0004020202020204" pitchFamily="34" charset="0"/>
              </a:rPr>
              <a:t>xxx@maastrichtuniversity.nl</a:t>
            </a:r>
            <a:r>
              <a:rPr lang="en-GB" dirty="0">
                <a:solidFill>
                  <a:srgbClr val="FCFCFC"/>
                </a:solidFill>
                <a:effectLst/>
                <a:latin typeface="Aptos" panose="020B0004020202020204" pitchFamily="34" charset="0"/>
              </a:rPr>
              <a:t> </a:t>
            </a:r>
          </a:p>
          <a:p>
            <a:r>
              <a:rPr lang="en-GB" dirty="0" err="1">
                <a:solidFill>
                  <a:srgbClr val="FCFCFC"/>
                </a:solidFill>
                <a:effectLst/>
                <a:latin typeface="Aptos" panose="020B0004020202020204" pitchFamily="34" charset="0"/>
              </a:rPr>
              <a:t>maastrichtuniversity.nl</a:t>
            </a:r>
            <a:endParaRPr lang="en-GB" dirty="0">
              <a:solidFill>
                <a:srgbClr val="FCFCFC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8D1EE1-5A14-797D-BE9F-7096FDF3F22B}"/>
              </a:ext>
            </a:extLst>
          </p:cNvPr>
          <p:cNvSpPr txBox="1"/>
          <p:nvPr userDrawn="1"/>
        </p:nvSpPr>
        <p:spPr>
          <a:xfrm>
            <a:off x="-2160000" y="914400"/>
            <a:ext cx="1981200" cy="183041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bg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GB" sz="1000" dirty="0">
                <a:solidFill>
                  <a:schemeClr val="bg1"/>
                </a:solidFill>
              </a:rPr>
              <a:t>Use the </a:t>
            </a:r>
            <a:r>
              <a:rPr lang="en-GB" sz="1000" b="1" dirty="0">
                <a:solidFill>
                  <a:schemeClr val="bg1"/>
                </a:solidFill>
              </a:rPr>
              <a:t>Crop</a:t>
            </a:r>
            <a:r>
              <a:rPr lang="en-GB" sz="1000" dirty="0">
                <a:solidFill>
                  <a:schemeClr val="bg1"/>
                </a:solidFill>
              </a:rPr>
              <a:t> tool to reposition the image.</a:t>
            </a:r>
          </a:p>
          <a:p>
            <a:r>
              <a:rPr lang="en-GB" sz="1000" dirty="0">
                <a:solidFill>
                  <a:schemeClr val="bg1"/>
                </a:solidFill>
              </a:rPr>
              <a:t>Select the image, then go to </a:t>
            </a:r>
            <a:r>
              <a:rPr lang="en-GB" sz="1000" b="1" dirty="0">
                <a:solidFill>
                  <a:schemeClr val="bg1"/>
                </a:solidFill>
              </a:rPr>
              <a:t>Picture Format → Crop</a:t>
            </a:r>
            <a:r>
              <a:rPr lang="en-GB" sz="1000" dirty="0">
                <a:solidFill>
                  <a:schemeClr val="bg1"/>
                </a:solidFill>
              </a:rPr>
              <a:t>.</a:t>
            </a: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90AAAD6-38B3-A12B-B5CA-959AC9BC9E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93900" y="2120900"/>
            <a:ext cx="469900" cy="4699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15003A7-6E6E-4735-9D87-94660208BD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49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Night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5FFACBB-5FB3-008D-0C28-26B5AA850F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48585" y="1489288"/>
            <a:ext cx="7099380" cy="3681785"/>
          </a:xfrm>
          <a:custGeom>
            <a:avLst/>
            <a:gdLst>
              <a:gd name="csX0" fmla="*/ 2151781 w 7099380"/>
              <a:gd name="csY0" fmla="*/ 1623 h 3681785"/>
              <a:gd name="csX1" fmla="*/ 3241693 w 7099380"/>
              <a:gd name="csY1" fmla="*/ 169633 h 3681785"/>
              <a:gd name="csX2" fmla="*/ 4519782 w 7099380"/>
              <a:gd name="csY2" fmla="*/ 488317 h 3681785"/>
              <a:gd name="csX3" fmla="*/ 5197149 w 7099380"/>
              <a:gd name="csY3" fmla="*/ 868577 h 3681785"/>
              <a:gd name="csX4" fmla="*/ 5702510 w 7099380"/>
              <a:gd name="csY4" fmla="*/ 1267309 h 3681785"/>
              <a:gd name="csX5" fmla="*/ 6331239 w 7099380"/>
              <a:gd name="csY5" fmla="*/ 1729942 h 3681785"/>
              <a:gd name="csX6" fmla="*/ 6902588 w 7099380"/>
              <a:gd name="csY6" fmla="*/ 2088720 h 3681785"/>
              <a:gd name="csX7" fmla="*/ 7091535 w 7099380"/>
              <a:gd name="csY7" fmla="*/ 2331462 h 3681785"/>
              <a:gd name="csX8" fmla="*/ 7079376 w 7099380"/>
              <a:gd name="csY8" fmla="*/ 2572972 h 3681785"/>
              <a:gd name="csX9" fmla="*/ 6874307 w 7099380"/>
              <a:gd name="csY9" fmla="*/ 2810651 h 3681785"/>
              <a:gd name="csX10" fmla="*/ 6593415 w 7099380"/>
              <a:gd name="csY10" fmla="*/ 2974715 h 3681785"/>
              <a:gd name="csX11" fmla="*/ 6001710 w 7099380"/>
              <a:gd name="csY11" fmla="*/ 3147125 h 3681785"/>
              <a:gd name="csX12" fmla="*/ 5259994 w 7099380"/>
              <a:gd name="csY12" fmla="*/ 3276842 h 3681785"/>
              <a:gd name="csX13" fmla="*/ 4669109 w 7099380"/>
              <a:gd name="csY13" fmla="*/ 3363458 h 3681785"/>
              <a:gd name="csX14" fmla="*/ 4059370 w 7099380"/>
              <a:gd name="csY14" fmla="*/ 3457873 h 3681785"/>
              <a:gd name="csX15" fmla="*/ 3560840 w 7099380"/>
              <a:gd name="csY15" fmla="*/ 3525332 h 3681785"/>
              <a:gd name="csX16" fmla="*/ 2573890 w 7099380"/>
              <a:gd name="csY16" fmla="*/ 3632336 h 3681785"/>
              <a:gd name="csX17" fmla="*/ 1911415 w 7099380"/>
              <a:gd name="csY17" fmla="*/ 3671880 h 3681785"/>
              <a:gd name="csX18" fmla="*/ 1911688 w 7099380"/>
              <a:gd name="csY18" fmla="*/ 3671607 h 3681785"/>
              <a:gd name="csX19" fmla="*/ 1911005 w 7099380"/>
              <a:gd name="csY19" fmla="*/ 3671607 h 3681785"/>
              <a:gd name="csX20" fmla="*/ 848641 w 7099380"/>
              <a:gd name="csY20" fmla="*/ 3541615 h 3681785"/>
              <a:gd name="csX21" fmla="*/ 525122 w 7099380"/>
              <a:gd name="csY21" fmla="*/ 3381930 h 3681785"/>
              <a:gd name="csX22" fmla="*/ 309944 w 7099380"/>
              <a:gd name="csY22" fmla="*/ 3085276 h 3681785"/>
              <a:gd name="csX23" fmla="*/ 173870 w 7099380"/>
              <a:gd name="csY23" fmla="*/ 2676008 h 3681785"/>
              <a:gd name="csX24" fmla="*/ 135752 w 7099380"/>
              <a:gd name="csY24" fmla="*/ 2456391 h 3681785"/>
              <a:gd name="csX25" fmla="*/ 16756 w 7099380"/>
              <a:gd name="csY25" fmla="*/ 1835030 h 3681785"/>
              <a:gd name="csX26" fmla="*/ 2547 w 7099380"/>
              <a:gd name="csY26" fmla="*/ 1451350 h 3681785"/>
              <a:gd name="csX27" fmla="*/ 83563 w 7099380"/>
              <a:gd name="csY27" fmla="*/ 1014442 h 3681785"/>
              <a:gd name="csX28" fmla="*/ 568294 w 7099380"/>
              <a:gd name="csY28" fmla="*/ 529915 h 3681785"/>
              <a:gd name="csX29" fmla="*/ 1285691 w 7099380"/>
              <a:gd name="csY29" fmla="*/ 176748 h 3681785"/>
              <a:gd name="csX30" fmla="*/ 2071808 w 7099380"/>
              <a:gd name="csY30" fmla="*/ 1738 h 3681785"/>
              <a:gd name="csX31" fmla="*/ 2151781 w 7099380"/>
              <a:gd name="csY31" fmla="*/ 1623 h 3681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7099380" h="3681785">
                <a:moveTo>
                  <a:pt x="2151781" y="1623"/>
                </a:moveTo>
                <a:cubicBezTo>
                  <a:pt x="2369595" y="16454"/>
                  <a:pt x="2796753" y="128925"/>
                  <a:pt x="3241693" y="169633"/>
                </a:cubicBezTo>
                <a:cubicBezTo>
                  <a:pt x="3750060" y="215745"/>
                  <a:pt x="4334524" y="446720"/>
                  <a:pt x="4519782" y="488317"/>
                </a:cubicBezTo>
                <a:cubicBezTo>
                  <a:pt x="4705040" y="530188"/>
                  <a:pt x="5073644" y="749533"/>
                  <a:pt x="5197149" y="868577"/>
                </a:cubicBezTo>
                <a:cubicBezTo>
                  <a:pt x="5320791" y="987896"/>
                  <a:pt x="5577638" y="1187262"/>
                  <a:pt x="5702510" y="1267309"/>
                </a:cubicBezTo>
                <a:cubicBezTo>
                  <a:pt x="5827381" y="1347493"/>
                  <a:pt x="6265251" y="1681093"/>
                  <a:pt x="6331239" y="1729942"/>
                </a:cubicBezTo>
                <a:cubicBezTo>
                  <a:pt x="6397500" y="1778518"/>
                  <a:pt x="6824714" y="2051638"/>
                  <a:pt x="6902588" y="2088720"/>
                </a:cubicBezTo>
                <a:cubicBezTo>
                  <a:pt x="6980462" y="2126075"/>
                  <a:pt x="7078146" y="2260445"/>
                  <a:pt x="7091535" y="2331462"/>
                </a:cubicBezTo>
                <a:cubicBezTo>
                  <a:pt x="7104924" y="2402888"/>
                  <a:pt x="7101371" y="2511808"/>
                  <a:pt x="7079376" y="2572972"/>
                </a:cubicBezTo>
                <a:cubicBezTo>
                  <a:pt x="7057380" y="2634274"/>
                  <a:pt x="6939066" y="2765634"/>
                  <a:pt x="6874307" y="2810651"/>
                </a:cubicBezTo>
                <a:cubicBezTo>
                  <a:pt x="6809549" y="2855670"/>
                  <a:pt x="6721019" y="2910129"/>
                  <a:pt x="6593415" y="2974715"/>
                </a:cubicBezTo>
                <a:cubicBezTo>
                  <a:pt x="6465948" y="3039163"/>
                  <a:pt x="6269760" y="3089245"/>
                  <a:pt x="6001710" y="3147125"/>
                </a:cubicBezTo>
                <a:cubicBezTo>
                  <a:pt x="5733932" y="3205005"/>
                  <a:pt x="5361230" y="3257959"/>
                  <a:pt x="5259994" y="3276842"/>
                </a:cubicBezTo>
                <a:cubicBezTo>
                  <a:pt x="5158758" y="3295725"/>
                  <a:pt x="4838519" y="3345670"/>
                  <a:pt x="4669109" y="3363458"/>
                </a:cubicBezTo>
                <a:cubicBezTo>
                  <a:pt x="4499426" y="3381383"/>
                  <a:pt x="4168940" y="3447748"/>
                  <a:pt x="4059370" y="3457873"/>
                </a:cubicBezTo>
                <a:cubicBezTo>
                  <a:pt x="3949799" y="3467862"/>
                  <a:pt x="3717954" y="3516438"/>
                  <a:pt x="3560840" y="3525332"/>
                </a:cubicBezTo>
                <a:cubicBezTo>
                  <a:pt x="3403589" y="3534226"/>
                  <a:pt x="2740567" y="3604284"/>
                  <a:pt x="2573890" y="3632336"/>
                </a:cubicBezTo>
                <a:cubicBezTo>
                  <a:pt x="2407212" y="3660386"/>
                  <a:pt x="2203237" y="3637809"/>
                  <a:pt x="1911415" y="3671880"/>
                </a:cubicBezTo>
                <a:lnTo>
                  <a:pt x="1911688" y="3671607"/>
                </a:lnTo>
                <a:lnTo>
                  <a:pt x="1911005" y="3671607"/>
                </a:lnTo>
                <a:cubicBezTo>
                  <a:pt x="1618773" y="3705815"/>
                  <a:pt x="1099477" y="3651629"/>
                  <a:pt x="848641" y="3541615"/>
                </a:cubicBezTo>
                <a:cubicBezTo>
                  <a:pt x="746721" y="3497008"/>
                  <a:pt x="580180" y="3433517"/>
                  <a:pt x="525122" y="3381930"/>
                </a:cubicBezTo>
                <a:cubicBezTo>
                  <a:pt x="469927" y="3330208"/>
                  <a:pt x="348061" y="3172029"/>
                  <a:pt x="309944" y="3085276"/>
                </a:cubicBezTo>
                <a:cubicBezTo>
                  <a:pt x="271827" y="2998524"/>
                  <a:pt x="190401" y="2726909"/>
                  <a:pt x="173870" y="2676008"/>
                </a:cubicBezTo>
                <a:cubicBezTo>
                  <a:pt x="157475" y="2625106"/>
                  <a:pt x="183433" y="2601571"/>
                  <a:pt x="135752" y="2456391"/>
                </a:cubicBezTo>
                <a:cubicBezTo>
                  <a:pt x="88072" y="2311621"/>
                  <a:pt x="24543" y="1940939"/>
                  <a:pt x="16756" y="1835030"/>
                </a:cubicBezTo>
                <a:cubicBezTo>
                  <a:pt x="8968" y="1729121"/>
                  <a:pt x="13750" y="1603235"/>
                  <a:pt x="2547" y="1451350"/>
                </a:cubicBezTo>
                <a:cubicBezTo>
                  <a:pt x="-8656" y="1299329"/>
                  <a:pt x="16892" y="1162632"/>
                  <a:pt x="83563" y="1014442"/>
                </a:cubicBezTo>
                <a:cubicBezTo>
                  <a:pt x="150234" y="866388"/>
                  <a:pt x="420197" y="638971"/>
                  <a:pt x="568294" y="529915"/>
                </a:cubicBezTo>
                <a:cubicBezTo>
                  <a:pt x="716391" y="420859"/>
                  <a:pt x="1090186" y="240239"/>
                  <a:pt x="1285691" y="176748"/>
                </a:cubicBezTo>
                <a:cubicBezTo>
                  <a:pt x="1481605" y="113257"/>
                  <a:pt x="1824251" y="28558"/>
                  <a:pt x="2071808" y="1738"/>
                </a:cubicBezTo>
                <a:cubicBezTo>
                  <a:pt x="2093821" y="-622"/>
                  <a:pt x="2120665" y="-496"/>
                  <a:pt x="2151781" y="1623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505606"/>
            <a:ext cx="6605586" cy="2694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NL" dirty="0"/>
              <a:t>[Thank you!]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413" y="3301312"/>
            <a:ext cx="3557587" cy="27699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Contact</a:t>
            </a:r>
            <a:endParaRPr lang="en-N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7EDE357-94EA-B00C-1387-BBE334AB16CC}"/>
              </a:ext>
            </a:extLst>
          </p:cNvPr>
          <p:cNvSpPr/>
          <p:nvPr/>
        </p:nvSpPr>
        <p:spPr>
          <a:xfrm>
            <a:off x="8120936" y="4833563"/>
            <a:ext cx="5350339" cy="3669756"/>
          </a:xfrm>
          <a:custGeom>
            <a:avLst/>
            <a:gdLst>
              <a:gd name="csX0" fmla="*/ 366954 w 5350339"/>
              <a:gd name="csY0" fmla="*/ 1119595 h 3669756"/>
              <a:gd name="csX1" fmla="*/ 1603920 w 5350339"/>
              <a:gd name="csY1" fmla="*/ 252346 h 3669756"/>
              <a:gd name="csX2" fmla="*/ 3627959 w 5350339"/>
              <a:gd name="csY2" fmla="*/ 69537 h 3669756"/>
              <a:gd name="csX3" fmla="*/ 4658765 w 5350339"/>
              <a:gd name="csY3" fmla="*/ 961964 h 3669756"/>
              <a:gd name="csX4" fmla="*/ 4663683 w 5350339"/>
              <a:gd name="csY4" fmla="*/ 960458 h 3669756"/>
              <a:gd name="csX5" fmla="*/ 5350340 w 5350339"/>
              <a:gd name="csY5" fmla="*/ 3099436 h 3669756"/>
              <a:gd name="csX6" fmla="*/ 440320 w 5350339"/>
              <a:gd name="csY6" fmla="*/ 3669757 h 3669756"/>
              <a:gd name="csX7" fmla="*/ 57234 w 5350339"/>
              <a:gd name="csY7" fmla="*/ 2476297 h 3669756"/>
              <a:gd name="csX8" fmla="*/ 56961 w 5350339"/>
              <a:gd name="csY8" fmla="*/ 2475340 h 3669756"/>
              <a:gd name="csX9" fmla="*/ 47808 w 5350339"/>
              <a:gd name="csY9" fmla="*/ 2446878 h 3669756"/>
              <a:gd name="csX10" fmla="*/ 48217 w 5350339"/>
              <a:gd name="csY10" fmla="*/ 2446878 h 3669756"/>
              <a:gd name="csX11" fmla="*/ 366954 w 5350339"/>
              <a:gd name="csY11" fmla="*/ 1119732 h 3669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350339" h="3669756">
                <a:moveTo>
                  <a:pt x="366954" y="1119595"/>
                </a:moveTo>
                <a:cubicBezTo>
                  <a:pt x="702495" y="678308"/>
                  <a:pt x="640606" y="479353"/>
                  <a:pt x="1603920" y="252346"/>
                </a:cubicBezTo>
                <a:cubicBezTo>
                  <a:pt x="2215436" y="55443"/>
                  <a:pt x="3098553" y="-93294"/>
                  <a:pt x="3627959" y="69537"/>
                </a:cubicBezTo>
                <a:cubicBezTo>
                  <a:pt x="3880298" y="248241"/>
                  <a:pt x="4502607" y="549685"/>
                  <a:pt x="4658765" y="961964"/>
                </a:cubicBezTo>
                <a:lnTo>
                  <a:pt x="4663683" y="960458"/>
                </a:lnTo>
                <a:lnTo>
                  <a:pt x="5350340" y="3099436"/>
                </a:lnTo>
                <a:lnTo>
                  <a:pt x="440320" y="3669757"/>
                </a:lnTo>
                <a:lnTo>
                  <a:pt x="57234" y="2476297"/>
                </a:lnTo>
                <a:cubicBezTo>
                  <a:pt x="57234" y="2476297"/>
                  <a:pt x="57098" y="2475613"/>
                  <a:pt x="56961" y="2475340"/>
                </a:cubicBezTo>
                <a:lnTo>
                  <a:pt x="47808" y="2446878"/>
                </a:lnTo>
                <a:lnTo>
                  <a:pt x="48217" y="2446878"/>
                </a:lnTo>
                <a:cubicBezTo>
                  <a:pt x="-74605" y="2026664"/>
                  <a:pt x="39200" y="1550894"/>
                  <a:pt x="366954" y="1119732"/>
                </a:cubicBezTo>
              </a:path>
            </a:pathLst>
          </a:custGeom>
          <a:solidFill>
            <a:schemeClr val="accent2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FCB406B-C6D3-83B9-2060-C33D15195C3C}"/>
              </a:ext>
            </a:extLst>
          </p:cNvPr>
          <p:cNvSpPr/>
          <p:nvPr/>
        </p:nvSpPr>
        <p:spPr>
          <a:xfrm>
            <a:off x="7670900" y="-2881191"/>
            <a:ext cx="5162915" cy="4682201"/>
          </a:xfrm>
          <a:custGeom>
            <a:avLst/>
            <a:gdLst>
              <a:gd name="csX0" fmla="*/ 2204785 w 5162915"/>
              <a:gd name="csY0" fmla="*/ 186351 h 4682201"/>
              <a:gd name="csX1" fmla="*/ 687473 w 5162915"/>
              <a:gd name="csY1" fmla="*/ 802374 h 4682201"/>
              <a:gd name="csX2" fmla="*/ 327340 w 5162915"/>
              <a:gd name="csY2" fmla="*/ 1151025 h 4682201"/>
              <a:gd name="csX3" fmla="*/ 1636 w 5162915"/>
              <a:gd name="csY3" fmla="*/ 1629394 h 4682201"/>
              <a:gd name="csX4" fmla="*/ 293322 w 5162915"/>
              <a:gd name="csY4" fmla="*/ 2586133 h 4682201"/>
              <a:gd name="csX5" fmla="*/ 1039272 w 5162915"/>
              <a:gd name="csY5" fmla="*/ 3931888 h 4682201"/>
              <a:gd name="csX6" fmla="*/ 1429325 w 5162915"/>
              <a:gd name="csY6" fmla="*/ 4239900 h 4682201"/>
              <a:gd name="csX7" fmla="*/ 1827985 w 5162915"/>
              <a:gd name="csY7" fmla="*/ 4604834 h 4682201"/>
              <a:gd name="csX8" fmla="*/ 2273643 w 5162915"/>
              <a:gd name="csY8" fmla="*/ 4681871 h 4682201"/>
              <a:gd name="csX9" fmla="*/ 3075334 w 5162915"/>
              <a:gd name="csY9" fmla="*/ 4507545 h 4682201"/>
              <a:gd name="csX10" fmla="*/ 3581241 w 5162915"/>
              <a:gd name="csY10" fmla="*/ 4179145 h 4682201"/>
              <a:gd name="csX11" fmla="*/ 4344406 w 5162915"/>
              <a:gd name="csY11" fmla="*/ 3757699 h 4682201"/>
              <a:gd name="csX12" fmla="*/ 4923269 w 5162915"/>
              <a:gd name="csY12" fmla="*/ 3311760 h 4682201"/>
              <a:gd name="csX13" fmla="*/ 5154705 w 5162915"/>
              <a:gd name="csY13" fmla="*/ 2675348 h 4682201"/>
              <a:gd name="csX14" fmla="*/ 5137491 w 5162915"/>
              <a:gd name="csY14" fmla="*/ 1742966 h 4682201"/>
              <a:gd name="csX15" fmla="*/ 5081749 w 5162915"/>
              <a:gd name="csY15" fmla="*/ 1309478 h 4682201"/>
              <a:gd name="csX16" fmla="*/ 4961660 w 5162915"/>
              <a:gd name="csY16" fmla="*/ 1122838 h 4682201"/>
              <a:gd name="csX17" fmla="*/ 3932631 w 5162915"/>
              <a:gd name="csY17" fmla="*/ 506814 h 4682201"/>
              <a:gd name="csX18" fmla="*/ 3191189 w 5162915"/>
              <a:gd name="csY18" fmla="*/ 129839 h 4682201"/>
              <a:gd name="csX19" fmla="*/ 2685282 w 5162915"/>
              <a:gd name="csY19" fmla="*/ 8194 h 4682201"/>
              <a:gd name="csX20" fmla="*/ 2205195 w 5162915"/>
              <a:gd name="csY20" fmla="*/ 186761 h 4682201"/>
              <a:gd name="csX21" fmla="*/ 2204922 w 5162915"/>
              <a:gd name="csY21" fmla="*/ 186488 h 468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2915" h="4682201">
                <a:moveTo>
                  <a:pt x="2204785" y="186351"/>
                </a:moveTo>
                <a:lnTo>
                  <a:pt x="687473" y="802374"/>
                </a:lnTo>
                <a:cubicBezTo>
                  <a:pt x="687473" y="802374"/>
                  <a:pt x="498663" y="940302"/>
                  <a:pt x="327340" y="1151025"/>
                </a:cubicBezTo>
                <a:cubicBezTo>
                  <a:pt x="156018" y="1361749"/>
                  <a:pt x="18850" y="1564399"/>
                  <a:pt x="1636" y="1629394"/>
                </a:cubicBezTo>
                <a:cubicBezTo>
                  <a:pt x="-15578" y="1694117"/>
                  <a:pt x="104512" y="2205052"/>
                  <a:pt x="293322" y="2586133"/>
                </a:cubicBezTo>
                <a:cubicBezTo>
                  <a:pt x="481722" y="2967350"/>
                  <a:pt x="1039272" y="3931888"/>
                  <a:pt x="1039272" y="3931888"/>
                </a:cubicBezTo>
                <a:cubicBezTo>
                  <a:pt x="1039272" y="3931888"/>
                  <a:pt x="1339565" y="4166968"/>
                  <a:pt x="1429325" y="4239900"/>
                </a:cubicBezTo>
                <a:cubicBezTo>
                  <a:pt x="1519495" y="4312832"/>
                  <a:pt x="1716502" y="4555985"/>
                  <a:pt x="1827985" y="4604834"/>
                </a:cubicBezTo>
                <a:cubicBezTo>
                  <a:pt x="1939468" y="4653684"/>
                  <a:pt x="2016385" y="4685839"/>
                  <a:pt x="2273643" y="4681871"/>
                </a:cubicBezTo>
                <a:cubicBezTo>
                  <a:pt x="2530900" y="4677903"/>
                  <a:pt x="2886524" y="4600866"/>
                  <a:pt x="3075334" y="4507545"/>
                </a:cubicBezTo>
                <a:cubicBezTo>
                  <a:pt x="3263871" y="4414225"/>
                  <a:pt x="3431368" y="4268224"/>
                  <a:pt x="3581241" y="4179145"/>
                </a:cubicBezTo>
                <a:cubicBezTo>
                  <a:pt x="3731251" y="4090067"/>
                  <a:pt x="4151497" y="3883175"/>
                  <a:pt x="4344406" y="3757699"/>
                </a:cubicBezTo>
                <a:cubicBezTo>
                  <a:pt x="4537315" y="3631812"/>
                  <a:pt x="4841707" y="3417121"/>
                  <a:pt x="4923269" y="3311760"/>
                </a:cubicBezTo>
                <a:cubicBezTo>
                  <a:pt x="5004832" y="3206398"/>
                  <a:pt x="5133392" y="2857747"/>
                  <a:pt x="5154705" y="2675348"/>
                </a:cubicBezTo>
                <a:cubicBezTo>
                  <a:pt x="5176018" y="2492812"/>
                  <a:pt x="5150606" y="1888967"/>
                  <a:pt x="5137491" y="1742966"/>
                </a:cubicBezTo>
                <a:cubicBezTo>
                  <a:pt x="5124375" y="1596965"/>
                  <a:pt x="5081749" y="1309478"/>
                  <a:pt x="5081749" y="1309478"/>
                </a:cubicBezTo>
                <a:cubicBezTo>
                  <a:pt x="5081749" y="1309478"/>
                  <a:pt x="5086258" y="1212190"/>
                  <a:pt x="4961660" y="1122838"/>
                </a:cubicBezTo>
                <a:cubicBezTo>
                  <a:pt x="4837198" y="1033759"/>
                  <a:pt x="4048485" y="567295"/>
                  <a:pt x="3932631" y="506814"/>
                </a:cubicBezTo>
                <a:cubicBezTo>
                  <a:pt x="3817049" y="445924"/>
                  <a:pt x="3272615" y="170205"/>
                  <a:pt x="3191189" y="129839"/>
                </a:cubicBezTo>
                <a:cubicBezTo>
                  <a:pt x="3109626" y="89199"/>
                  <a:pt x="2882699" y="-32446"/>
                  <a:pt x="2685282" y="8194"/>
                </a:cubicBezTo>
                <a:cubicBezTo>
                  <a:pt x="2488274" y="48833"/>
                  <a:pt x="2205195" y="186761"/>
                  <a:pt x="2205195" y="186761"/>
                </a:cubicBezTo>
                <a:lnTo>
                  <a:pt x="2204922" y="186488"/>
                </a:lnTo>
                <a:close/>
              </a:path>
            </a:pathLst>
          </a:custGeom>
          <a:solidFill>
            <a:schemeClr val="accent2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5D7D786-D315-266E-7EE0-EC67EF55C472}"/>
              </a:ext>
            </a:extLst>
          </p:cNvPr>
          <p:cNvSpPr/>
          <p:nvPr/>
        </p:nvSpPr>
        <p:spPr>
          <a:xfrm>
            <a:off x="7670910" y="-4953000"/>
            <a:ext cx="2897443" cy="2394308"/>
          </a:xfrm>
          <a:custGeom>
            <a:avLst/>
            <a:gdLst>
              <a:gd name="csX0" fmla="*/ 2897444 w 2897443"/>
              <a:gd name="csY0" fmla="*/ 1158567 h 2394308"/>
              <a:gd name="csX1" fmla="*/ 2456978 w 2897443"/>
              <a:gd name="csY1" fmla="*/ 2120095 h 2394308"/>
              <a:gd name="csX2" fmla="*/ 1516752 w 2897443"/>
              <a:gd name="csY2" fmla="*/ 2394309 h 2394308"/>
              <a:gd name="csX3" fmla="*/ 20616 w 2897443"/>
              <a:gd name="csY3" fmla="*/ 1158567 h 2394308"/>
              <a:gd name="csX4" fmla="*/ 1516752 w 2897443"/>
              <a:gd name="csY4" fmla="*/ 0 h 2394308"/>
              <a:gd name="csX5" fmla="*/ 2897444 w 2897443"/>
              <a:gd name="csY5" fmla="*/ 1158567 h 23943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97443" h="2394308">
                <a:moveTo>
                  <a:pt x="2897444" y="1158567"/>
                </a:moveTo>
                <a:cubicBezTo>
                  <a:pt x="2650296" y="1564278"/>
                  <a:pt x="2767790" y="1919497"/>
                  <a:pt x="2456978" y="2120095"/>
                </a:cubicBezTo>
                <a:cubicBezTo>
                  <a:pt x="2271993" y="2330681"/>
                  <a:pt x="1869644" y="2394309"/>
                  <a:pt x="1516752" y="2394309"/>
                </a:cubicBezTo>
                <a:cubicBezTo>
                  <a:pt x="590326" y="2394309"/>
                  <a:pt x="-132809" y="2254875"/>
                  <a:pt x="20616" y="1158567"/>
                </a:cubicBezTo>
                <a:cubicBezTo>
                  <a:pt x="20616" y="329084"/>
                  <a:pt x="570242" y="115077"/>
                  <a:pt x="1516752" y="0"/>
                </a:cubicBezTo>
                <a:cubicBezTo>
                  <a:pt x="2343036" y="0"/>
                  <a:pt x="2897444" y="329084"/>
                  <a:pt x="2897444" y="1158567"/>
                </a:cubicBezTo>
              </a:path>
            </a:pathLst>
          </a:custGeom>
          <a:solidFill>
            <a:schemeClr val="accent2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2E06EEF-B6FA-E2E6-5088-FE67D5EE9C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412" y="3715774"/>
            <a:ext cx="6605587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 dirty="0" err="1">
                <a:solidFill>
                  <a:srgbClr val="FCFCFC"/>
                </a:solidFill>
                <a:effectLst/>
                <a:latin typeface="Aptos" panose="020B0004020202020204" pitchFamily="34" charset="0"/>
              </a:rPr>
              <a:t>xxx@maastrichtuniversity.nl</a:t>
            </a:r>
            <a:r>
              <a:rPr lang="en-GB" dirty="0">
                <a:solidFill>
                  <a:srgbClr val="FCFCFC"/>
                </a:solidFill>
                <a:effectLst/>
                <a:latin typeface="Aptos" panose="020B0004020202020204" pitchFamily="34" charset="0"/>
              </a:rPr>
              <a:t> </a:t>
            </a:r>
          </a:p>
          <a:p>
            <a:r>
              <a:rPr lang="en-GB" dirty="0" err="1">
                <a:solidFill>
                  <a:srgbClr val="FCFCFC"/>
                </a:solidFill>
                <a:effectLst/>
                <a:latin typeface="Aptos" panose="020B0004020202020204" pitchFamily="34" charset="0"/>
              </a:rPr>
              <a:t>maastrichtuniversity.nl</a:t>
            </a:r>
            <a:endParaRPr lang="en-GB" dirty="0">
              <a:solidFill>
                <a:srgbClr val="FCFCFC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D0DBF-E478-012B-7E74-D69B18B3E412}"/>
              </a:ext>
            </a:extLst>
          </p:cNvPr>
          <p:cNvSpPr txBox="1"/>
          <p:nvPr userDrawn="1"/>
        </p:nvSpPr>
        <p:spPr>
          <a:xfrm>
            <a:off x="-2160000" y="914400"/>
            <a:ext cx="1981200" cy="183041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bg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GB" sz="1000" dirty="0">
                <a:solidFill>
                  <a:schemeClr val="bg1"/>
                </a:solidFill>
              </a:rPr>
              <a:t>Use the </a:t>
            </a:r>
            <a:r>
              <a:rPr lang="en-GB" sz="1000" b="1" dirty="0">
                <a:solidFill>
                  <a:schemeClr val="bg1"/>
                </a:solidFill>
              </a:rPr>
              <a:t>Crop</a:t>
            </a:r>
            <a:r>
              <a:rPr lang="en-GB" sz="1000" dirty="0">
                <a:solidFill>
                  <a:schemeClr val="bg1"/>
                </a:solidFill>
              </a:rPr>
              <a:t> tool to reposition the image.</a:t>
            </a:r>
          </a:p>
          <a:p>
            <a:r>
              <a:rPr lang="en-GB" sz="1000" dirty="0">
                <a:solidFill>
                  <a:schemeClr val="bg1"/>
                </a:solidFill>
              </a:rPr>
              <a:t>Select the image, then go to </a:t>
            </a:r>
            <a:r>
              <a:rPr lang="en-GB" sz="1000" b="1" dirty="0">
                <a:solidFill>
                  <a:schemeClr val="bg1"/>
                </a:solidFill>
              </a:rPr>
              <a:t>Picture Format → Crop</a:t>
            </a:r>
            <a:r>
              <a:rPr lang="en-GB" sz="1000" dirty="0">
                <a:solidFill>
                  <a:schemeClr val="bg1"/>
                </a:solidFill>
              </a:rPr>
              <a:t>.</a:t>
            </a: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  <a:p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FCA7B0A-0F96-5798-A2DE-8C700E8B79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93900" y="2120900"/>
            <a:ext cx="469900" cy="4699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B6930B9-DB0D-AA35-6EC2-4D921B3DAD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0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Butter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5FFACBB-5FB3-008D-0C28-26B5AA850F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48585" y="1489288"/>
            <a:ext cx="7099380" cy="3681785"/>
          </a:xfrm>
          <a:custGeom>
            <a:avLst/>
            <a:gdLst>
              <a:gd name="csX0" fmla="*/ 2151781 w 7099380"/>
              <a:gd name="csY0" fmla="*/ 1623 h 3681785"/>
              <a:gd name="csX1" fmla="*/ 3241693 w 7099380"/>
              <a:gd name="csY1" fmla="*/ 169633 h 3681785"/>
              <a:gd name="csX2" fmla="*/ 4519782 w 7099380"/>
              <a:gd name="csY2" fmla="*/ 488317 h 3681785"/>
              <a:gd name="csX3" fmla="*/ 5197149 w 7099380"/>
              <a:gd name="csY3" fmla="*/ 868577 h 3681785"/>
              <a:gd name="csX4" fmla="*/ 5702510 w 7099380"/>
              <a:gd name="csY4" fmla="*/ 1267309 h 3681785"/>
              <a:gd name="csX5" fmla="*/ 6331239 w 7099380"/>
              <a:gd name="csY5" fmla="*/ 1729942 h 3681785"/>
              <a:gd name="csX6" fmla="*/ 6902588 w 7099380"/>
              <a:gd name="csY6" fmla="*/ 2088720 h 3681785"/>
              <a:gd name="csX7" fmla="*/ 7091535 w 7099380"/>
              <a:gd name="csY7" fmla="*/ 2331462 h 3681785"/>
              <a:gd name="csX8" fmla="*/ 7079376 w 7099380"/>
              <a:gd name="csY8" fmla="*/ 2572972 h 3681785"/>
              <a:gd name="csX9" fmla="*/ 6874307 w 7099380"/>
              <a:gd name="csY9" fmla="*/ 2810651 h 3681785"/>
              <a:gd name="csX10" fmla="*/ 6593415 w 7099380"/>
              <a:gd name="csY10" fmla="*/ 2974715 h 3681785"/>
              <a:gd name="csX11" fmla="*/ 6001710 w 7099380"/>
              <a:gd name="csY11" fmla="*/ 3147125 h 3681785"/>
              <a:gd name="csX12" fmla="*/ 5259994 w 7099380"/>
              <a:gd name="csY12" fmla="*/ 3276842 h 3681785"/>
              <a:gd name="csX13" fmla="*/ 4669109 w 7099380"/>
              <a:gd name="csY13" fmla="*/ 3363458 h 3681785"/>
              <a:gd name="csX14" fmla="*/ 4059370 w 7099380"/>
              <a:gd name="csY14" fmla="*/ 3457873 h 3681785"/>
              <a:gd name="csX15" fmla="*/ 3560840 w 7099380"/>
              <a:gd name="csY15" fmla="*/ 3525332 h 3681785"/>
              <a:gd name="csX16" fmla="*/ 2573890 w 7099380"/>
              <a:gd name="csY16" fmla="*/ 3632336 h 3681785"/>
              <a:gd name="csX17" fmla="*/ 1911415 w 7099380"/>
              <a:gd name="csY17" fmla="*/ 3671880 h 3681785"/>
              <a:gd name="csX18" fmla="*/ 1911688 w 7099380"/>
              <a:gd name="csY18" fmla="*/ 3671607 h 3681785"/>
              <a:gd name="csX19" fmla="*/ 1911005 w 7099380"/>
              <a:gd name="csY19" fmla="*/ 3671607 h 3681785"/>
              <a:gd name="csX20" fmla="*/ 848641 w 7099380"/>
              <a:gd name="csY20" fmla="*/ 3541615 h 3681785"/>
              <a:gd name="csX21" fmla="*/ 525122 w 7099380"/>
              <a:gd name="csY21" fmla="*/ 3381930 h 3681785"/>
              <a:gd name="csX22" fmla="*/ 309944 w 7099380"/>
              <a:gd name="csY22" fmla="*/ 3085276 h 3681785"/>
              <a:gd name="csX23" fmla="*/ 173870 w 7099380"/>
              <a:gd name="csY23" fmla="*/ 2676008 h 3681785"/>
              <a:gd name="csX24" fmla="*/ 135752 w 7099380"/>
              <a:gd name="csY24" fmla="*/ 2456391 h 3681785"/>
              <a:gd name="csX25" fmla="*/ 16756 w 7099380"/>
              <a:gd name="csY25" fmla="*/ 1835030 h 3681785"/>
              <a:gd name="csX26" fmla="*/ 2547 w 7099380"/>
              <a:gd name="csY26" fmla="*/ 1451350 h 3681785"/>
              <a:gd name="csX27" fmla="*/ 83563 w 7099380"/>
              <a:gd name="csY27" fmla="*/ 1014442 h 3681785"/>
              <a:gd name="csX28" fmla="*/ 568294 w 7099380"/>
              <a:gd name="csY28" fmla="*/ 529915 h 3681785"/>
              <a:gd name="csX29" fmla="*/ 1285691 w 7099380"/>
              <a:gd name="csY29" fmla="*/ 176748 h 3681785"/>
              <a:gd name="csX30" fmla="*/ 2071808 w 7099380"/>
              <a:gd name="csY30" fmla="*/ 1738 h 3681785"/>
              <a:gd name="csX31" fmla="*/ 2151781 w 7099380"/>
              <a:gd name="csY31" fmla="*/ 1623 h 3681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7099380" h="3681785">
                <a:moveTo>
                  <a:pt x="2151781" y="1623"/>
                </a:moveTo>
                <a:cubicBezTo>
                  <a:pt x="2369595" y="16454"/>
                  <a:pt x="2796753" y="128925"/>
                  <a:pt x="3241693" y="169633"/>
                </a:cubicBezTo>
                <a:cubicBezTo>
                  <a:pt x="3750060" y="215745"/>
                  <a:pt x="4334524" y="446720"/>
                  <a:pt x="4519782" y="488317"/>
                </a:cubicBezTo>
                <a:cubicBezTo>
                  <a:pt x="4705040" y="530188"/>
                  <a:pt x="5073644" y="749533"/>
                  <a:pt x="5197149" y="868577"/>
                </a:cubicBezTo>
                <a:cubicBezTo>
                  <a:pt x="5320791" y="987896"/>
                  <a:pt x="5577638" y="1187262"/>
                  <a:pt x="5702510" y="1267309"/>
                </a:cubicBezTo>
                <a:cubicBezTo>
                  <a:pt x="5827381" y="1347493"/>
                  <a:pt x="6265251" y="1681093"/>
                  <a:pt x="6331239" y="1729942"/>
                </a:cubicBezTo>
                <a:cubicBezTo>
                  <a:pt x="6397500" y="1778518"/>
                  <a:pt x="6824714" y="2051638"/>
                  <a:pt x="6902588" y="2088720"/>
                </a:cubicBezTo>
                <a:cubicBezTo>
                  <a:pt x="6980462" y="2126075"/>
                  <a:pt x="7078146" y="2260445"/>
                  <a:pt x="7091535" y="2331462"/>
                </a:cubicBezTo>
                <a:cubicBezTo>
                  <a:pt x="7104924" y="2402888"/>
                  <a:pt x="7101371" y="2511808"/>
                  <a:pt x="7079376" y="2572972"/>
                </a:cubicBezTo>
                <a:cubicBezTo>
                  <a:pt x="7057380" y="2634274"/>
                  <a:pt x="6939066" y="2765634"/>
                  <a:pt x="6874307" y="2810651"/>
                </a:cubicBezTo>
                <a:cubicBezTo>
                  <a:pt x="6809549" y="2855670"/>
                  <a:pt x="6721019" y="2910129"/>
                  <a:pt x="6593415" y="2974715"/>
                </a:cubicBezTo>
                <a:cubicBezTo>
                  <a:pt x="6465948" y="3039163"/>
                  <a:pt x="6269760" y="3089245"/>
                  <a:pt x="6001710" y="3147125"/>
                </a:cubicBezTo>
                <a:cubicBezTo>
                  <a:pt x="5733932" y="3205005"/>
                  <a:pt x="5361230" y="3257959"/>
                  <a:pt x="5259994" y="3276842"/>
                </a:cubicBezTo>
                <a:cubicBezTo>
                  <a:pt x="5158758" y="3295725"/>
                  <a:pt x="4838519" y="3345670"/>
                  <a:pt x="4669109" y="3363458"/>
                </a:cubicBezTo>
                <a:cubicBezTo>
                  <a:pt x="4499426" y="3381383"/>
                  <a:pt x="4168940" y="3447748"/>
                  <a:pt x="4059370" y="3457873"/>
                </a:cubicBezTo>
                <a:cubicBezTo>
                  <a:pt x="3949799" y="3467862"/>
                  <a:pt x="3717954" y="3516438"/>
                  <a:pt x="3560840" y="3525332"/>
                </a:cubicBezTo>
                <a:cubicBezTo>
                  <a:pt x="3403589" y="3534226"/>
                  <a:pt x="2740567" y="3604284"/>
                  <a:pt x="2573890" y="3632336"/>
                </a:cubicBezTo>
                <a:cubicBezTo>
                  <a:pt x="2407212" y="3660386"/>
                  <a:pt x="2203237" y="3637809"/>
                  <a:pt x="1911415" y="3671880"/>
                </a:cubicBezTo>
                <a:lnTo>
                  <a:pt x="1911688" y="3671607"/>
                </a:lnTo>
                <a:lnTo>
                  <a:pt x="1911005" y="3671607"/>
                </a:lnTo>
                <a:cubicBezTo>
                  <a:pt x="1618773" y="3705815"/>
                  <a:pt x="1099477" y="3651629"/>
                  <a:pt x="848641" y="3541615"/>
                </a:cubicBezTo>
                <a:cubicBezTo>
                  <a:pt x="746721" y="3497008"/>
                  <a:pt x="580180" y="3433517"/>
                  <a:pt x="525122" y="3381930"/>
                </a:cubicBezTo>
                <a:cubicBezTo>
                  <a:pt x="469927" y="3330208"/>
                  <a:pt x="348061" y="3172029"/>
                  <a:pt x="309944" y="3085276"/>
                </a:cubicBezTo>
                <a:cubicBezTo>
                  <a:pt x="271827" y="2998524"/>
                  <a:pt x="190401" y="2726909"/>
                  <a:pt x="173870" y="2676008"/>
                </a:cubicBezTo>
                <a:cubicBezTo>
                  <a:pt x="157475" y="2625106"/>
                  <a:pt x="183433" y="2601571"/>
                  <a:pt x="135752" y="2456391"/>
                </a:cubicBezTo>
                <a:cubicBezTo>
                  <a:pt x="88072" y="2311621"/>
                  <a:pt x="24543" y="1940939"/>
                  <a:pt x="16756" y="1835030"/>
                </a:cubicBezTo>
                <a:cubicBezTo>
                  <a:pt x="8968" y="1729121"/>
                  <a:pt x="13750" y="1603235"/>
                  <a:pt x="2547" y="1451350"/>
                </a:cubicBezTo>
                <a:cubicBezTo>
                  <a:pt x="-8656" y="1299329"/>
                  <a:pt x="16892" y="1162632"/>
                  <a:pt x="83563" y="1014442"/>
                </a:cubicBezTo>
                <a:cubicBezTo>
                  <a:pt x="150234" y="866388"/>
                  <a:pt x="420197" y="638971"/>
                  <a:pt x="568294" y="529915"/>
                </a:cubicBezTo>
                <a:cubicBezTo>
                  <a:pt x="716391" y="420859"/>
                  <a:pt x="1090186" y="240239"/>
                  <a:pt x="1285691" y="176748"/>
                </a:cubicBezTo>
                <a:cubicBezTo>
                  <a:pt x="1481605" y="113257"/>
                  <a:pt x="1824251" y="28558"/>
                  <a:pt x="2071808" y="1738"/>
                </a:cubicBezTo>
                <a:cubicBezTo>
                  <a:pt x="2093821" y="-622"/>
                  <a:pt x="2120665" y="-496"/>
                  <a:pt x="2151781" y="1623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DFC02-B531-DD56-F496-10872B596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4" y="505606"/>
            <a:ext cx="6605586" cy="2694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NL" dirty="0"/>
              <a:t>[Thank you!]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230F8-A8CD-709B-9C40-73DCA007C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413" y="3301312"/>
            <a:ext cx="3557587" cy="27699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indent="-27000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Contact</a:t>
            </a:r>
            <a:endParaRPr lang="en-N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7EDE357-94EA-B00C-1387-BBE334AB16CC}"/>
              </a:ext>
            </a:extLst>
          </p:cNvPr>
          <p:cNvSpPr/>
          <p:nvPr/>
        </p:nvSpPr>
        <p:spPr>
          <a:xfrm>
            <a:off x="8120936" y="4833563"/>
            <a:ext cx="5350339" cy="3669756"/>
          </a:xfrm>
          <a:custGeom>
            <a:avLst/>
            <a:gdLst>
              <a:gd name="csX0" fmla="*/ 366954 w 5350339"/>
              <a:gd name="csY0" fmla="*/ 1119595 h 3669756"/>
              <a:gd name="csX1" fmla="*/ 1603920 w 5350339"/>
              <a:gd name="csY1" fmla="*/ 252346 h 3669756"/>
              <a:gd name="csX2" fmla="*/ 3627959 w 5350339"/>
              <a:gd name="csY2" fmla="*/ 69537 h 3669756"/>
              <a:gd name="csX3" fmla="*/ 4658765 w 5350339"/>
              <a:gd name="csY3" fmla="*/ 961964 h 3669756"/>
              <a:gd name="csX4" fmla="*/ 4663683 w 5350339"/>
              <a:gd name="csY4" fmla="*/ 960458 h 3669756"/>
              <a:gd name="csX5" fmla="*/ 5350340 w 5350339"/>
              <a:gd name="csY5" fmla="*/ 3099436 h 3669756"/>
              <a:gd name="csX6" fmla="*/ 440320 w 5350339"/>
              <a:gd name="csY6" fmla="*/ 3669757 h 3669756"/>
              <a:gd name="csX7" fmla="*/ 57234 w 5350339"/>
              <a:gd name="csY7" fmla="*/ 2476297 h 3669756"/>
              <a:gd name="csX8" fmla="*/ 56961 w 5350339"/>
              <a:gd name="csY8" fmla="*/ 2475340 h 3669756"/>
              <a:gd name="csX9" fmla="*/ 47808 w 5350339"/>
              <a:gd name="csY9" fmla="*/ 2446878 h 3669756"/>
              <a:gd name="csX10" fmla="*/ 48217 w 5350339"/>
              <a:gd name="csY10" fmla="*/ 2446878 h 3669756"/>
              <a:gd name="csX11" fmla="*/ 366954 w 5350339"/>
              <a:gd name="csY11" fmla="*/ 1119732 h 3669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350339" h="3669756">
                <a:moveTo>
                  <a:pt x="366954" y="1119595"/>
                </a:moveTo>
                <a:cubicBezTo>
                  <a:pt x="702495" y="678308"/>
                  <a:pt x="640606" y="479353"/>
                  <a:pt x="1603920" y="252346"/>
                </a:cubicBezTo>
                <a:cubicBezTo>
                  <a:pt x="2215436" y="55443"/>
                  <a:pt x="3098553" y="-93294"/>
                  <a:pt x="3627959" y="69537"/>
                </a:cubicBezTo>
                <a:cubicBezTo>
                  <a:pt x="3880298" y="248241"/>
                  <a:pt x="4502607" y="549685"/>
                  <a:pt x="4658765" y="961964"/>
                </a:cubicBezTo>
                <a:lnTo>
                  <a:pt x="4663683" y="960458"/>
                </a:lnTo>
                <a:lnTo>
                  <a:pt x="5350340" y="3099436"/>
                </a:lnTo>
                <a:lnTo>
                  <a:pt x="440320" y="3669757"/>
                </a:lnTo>
                <a:lnTo>
                  <a:pt x="57234" y="2476297"/>
                </a:lnTo>
                <a:cubicBezTo>
                  <a:pt x="57234" y="2476297"/>
                  <a:pt x="57098" y="2475613"/>
                  <a:pt x="56961" y="2475340"/>
                </a:cubicBezTo>
                <a:lnTo>
                  <a:pt x="47808" y="2446878"/>
                </a:lnTo>
                <a:lnTo>
                  <a:pt x="48217" y="2446878"/>
                </a:lnTo>
                <a:cubicBezTo>
                  <a:pt x="-74605" y="2026664"/>
                  <a:pt x="39200" y="1550894"/>
                  <a:pt x="366954" y="1119732"/>
                </a:cubicBezTo>
              </a:path>
            </a:pathLst>
          </a:custGeom>
          <a:solidFill>
            <a:schemeClr val="tx1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FCB406B-C6D3-83B9-2060-C33D15195C3C}"/>
              </a:ext>
            </a:extLst>
          </p:cNvPr>
          <p:cNvSpPr/>
          <p:nvPr/>
        </p:nvSpPr>
        <p:spPr>
          <a:xfrm>
            <a:off x="7670900" y="-2881191"/>
            <a:ext cx="5162915" cy="4682201"/>
          </a:xfrm>
          <a:custGeom>
            <a:avLst/>
            <a:gdLst>
              <a:gd name="csX0" fmla="*/ 2204785 w 5162915"/>
              <a:gd name="csY0" fmla="*/ 186351 h 4682201"/>
              <a:gd name="csX1" fmla="*/ 687473 w 5162915"/>
              <a:gd name="csY1" fmla="*/ 802374 h 4682201"/>
              <a:gd name="csX2" fmla="*/ 327340 w 5162915"/>
              <a:gd name="csY2" fmla="*/ 1151025 h 4682201"/>
              <a:gd name="csX3" fmla="*/ 1636 w 5162915"/>
              <a:gd name="csY3" fmla="*/ 1629394 h 4682201"/>
              <a:gd name="csX4" fmla="*/ 293322 w 5162915"/>
              <a:gd name="csY4" fmla="*/ 2586133 h 4682201"/>
              <a:gd name="csX5" fmla="*/ 1039272 w 5162915"/>
              <a:gd name="csY5" fmla="*/ 3931888 h 4682201"/>
              <a:gd name="csX6" fmla="*/ 1429325 w 5162915"/>
              <a:gd name="csY6" fmla="*/ 4239900 h 4682201"/>
              <a:gd name="csX7" fmla="*/ 1827985 w 5162915"/>
              <a:gd name="csY7" fmla="*/ 4604834 h 4682201"/>
              <a:gd name="csX8" fmla="*/ 2273643 w 5162915"/>
              <a:gd name="csY8" fmla="*/ 4681871 h 4682201"/>
              <a:gd name="csX9" fmla="*/ 3075334 w 5162915"/>
              <a:gd name="csY9" fmla="*/ 4507545 h 4682201"/>
              <a:gd name="csX10" fmla="*/ 3581241 w 5162915"/>
              <a:gd name="csY10" fmla="*/ 4179145 h 4682201"/>
              <a:gd name="csX11" fmla="*/ 4344406 w 5162915"/>
              <a:gd name="csY11" fmla="*/ 3757699 h 4682201"/>
              <a:gd name="csX12" fmla="*/ 4923269 w 5162915"/>
              <a:gd name="csY12" fmla="*/ 3311760 h 4682201"/>
              <a:gd name="csX13" fmla="*/ 5154705 w 5162915"/>
              <a:gd name="csY13" fmla="*/ 2675348 h 4682201"/>
              <a:gd name="csX14" fmla="*/ 5137491 w 5162915"/>
              <a:gd name="csY14" fmla="*/ 1742966 h 4682201"/>
              <a:gd name="csX15" fmla="*/ 5081749 w 5162915"/>
              <a:gd name="csY15" fmla="*/ 1309478 h 4682201"/>
              <a:gd name="csX16" fmla="*/ 4961660 w 5162915"/>
              <a:gd name="csY16" fmla="*/ 1122838 h 4682201"/>
              <a:gd name="csX17" fmla="*/ 3932631 w 5162915"/>
              <a:gd name="csY17" fmla="*/ 506814 h 4682201"/>
              <a:gd name="csX18" fmla="*/ 3191189 w 5162915"/>
              <a:gd name="csY18" fmla="*/ 129839 h 4682201"/>
              <a:gd name="csX19" fmla="*/ 2685282 w 5162915"/>
              <a:gd name="csY19" fmla="*/ 8194 h 4682201"/>
              <a:gd name="csX20" fmla="*/ 2205195 w 5162915"/>
              <a:gd name="csY20" fmla="*/ 186761 h 4682201"/>
              <a:gd name="csX21" fmla="*/ 2204922 w 5162915"/>
              <a:gd name="csY21" fmla="*/ 186488 h 468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2915" h="4682201">
                <a:moveTo>
                  <a:pt x="2204785" y="186351"/>
                </a:moveTo>
                <a:lnTo>
                  <a:pt x="687473" y="802374"/>
                </a:lnTo>
                <a:cubicBezTo>
                  <a:pt x="687473" y="802374"/>
                  <a:pt x="498663" y="940302"/>
                  <a:pt x="327340" y="1151025"/>
                </a:cubicBezTo>
                <a:cubicBezTo>
                  <a:pt x="156018" y="1361749"/>
                  <a:pt x="18850" y="1564399"/>
                  <a:pt x="1636" y="1629394"/>
                </a:cubicBezTo>
                <a:cubicBezTo>
                  <a:pt x="-15578" y="1694117"/>
                  <a:pt x="104512" y="2205052"/>
                  <a:pt x="293322" y="2586133"/>
                </a:cubicBezTo>
                <a:cubicBezTo>
                  <a:pt x="481722" y="2967350"/>
                  <a:pt x="1039272" y="3931888"/>
                  <a:pt x="1039272" y="3931888"/>
                </a:cubicBezTo>
                <a:cubicBezTo>
                  <a:pt x="1039272" y="3931888"/>
                  <a:pt x="1339565" y="4166968"/>
                  <a:pt x="1429325" y="4239900"/>
                </a:cubicBezTo>
                <a:cubicBezTo>
                  <a:pt x="1519495" y="4312832"/>
                  <a:pt x="1716502" y="4555985"/>
                  <a:pt x="1827985" y="4604834"/>
                </a:cubicBezTo>
                <a:cubicBezTo>
                  <a:pt x="1939468" y="4653684"/>
                  <a:pt x="2016385" y="4685839"/>
                  <a:pt x="2273643" y="4681871"/>
                </a:cubicBezTo>
                <a:cubicBezTo>
                  <a:pt x="2530900" y="4677903"/>
                  <a:pt x="2886524" y="4600866"/>
                  <a:pt x="3075334" y="4507545"/>
                </a:cubicBezTo>
                <a:cubicBezTo>
                  <a:pt x="3263871" y="4414225"/>
                  <a:pt x="3431368" y="4268224"/>
                  <a:pt x="3581241" y="4179145"/>
                </a:cubicBezTo>
                <a:cubicBezTo>
                  <a:pt x="3731251" y="4090067"/>
                  <a:pt x="4151497" y="3883175"/>
                  <a:pt x="4344406" y="3757699"/>
                </a:cubicBezTo>
                <a:cubicBezTo>
                  <a:pt x="4537315" y="3631812"/>
                  <a:pt x="4841707" y="3417121"/>
                  <a:pt x="4923269" y="3311760"/>
                </a:cubicBezTo>
                <a:cubicBezTo>
                  <a:pt x="5004832" y="3206398"/>
                  <a:pt x="5133392" y="2857747"/>
                  <a:pt x="5154705" y="2675348"/>
                </a:cubicBezTo>
                <a:cubicBezTo>
                  <a:pt x="5176018" y="2492812"/>
                  <a:pt x="5150606" y="1888967"/>
                  <a:pt x="5137491" y="1742966"/>
                </a:cubicBezTo>
                <a:cubicBezTo>
                  <a:pt x="5124375" y="1596965"/>
                  <a:pt x="5081749" y="1309478"/>
                  <a:pt x="5081749" y="1309478"/>
                </a:cubicBezTo>
                <a:cubicBezTo>
                  <a:pt x="5081749" y="1309478"/>
                  <a:pt x="5086258" y="1212190"/>
                  <a:pt x="4961660" y="1122838"/>
                </a:cubicBezTo>
                <a:cubicBezTo>
                  <a:pt x="4837198" y="1033759"/>
                  <a:pt x="4048485" y="567295"/>
                  <a:pt x="3932631" y="506814"/>
                </a:cubicBezTo>
                <a:cubicBezTo>
                  <a:pt x="3817049" y="445924"/>
                  <a:pt x="3272615" y="170205"/>
                  <a:pt x="3191189" y="129839"/>
                </a:cubicBezTo>
                <a:cubicBezTo>
                  <a:pt x="3109626" y="89199"/>
                  <a:pt x="2882699" y="-32446"/>
                  <a:pt x="2685282" y="8194"/>
                </a:cubicBezTo>
                <a:cubicBezTo>
                  <a:pt x="2488274" y="48833"/>
                  <a:pt x="2205195" y="186761"/>
                  <a:pt x="2205195" y="186761"/>
                </a:cubicBezTo>
                <a:lnTo>
                  <a:pt x="2204922" y="186488"/>
                </a:lnTo>
                <a:close/>
              </a:path>
            </a:pathLst>
          </a:custGeom>
          <a:solidFill>
            <a:schemeClr val="tx1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5D7D786-D315-266E-7EE0-EC67EF55C472}"/>
              </a:ext>
            </a:extLst>
          </p:cNvPr>
          <p:cNvSpPr/>
          <p:nvPr/>
        </p:nvSpPr>
        <p:spPr>
          <a:xfrm>
            <a:off x="7670910" y="-4953000"/>
            <a:ext cx="2897443" cy="2394308"/>
          </a:xfrm>
          <a:custGeom>
            <a:avLst/>
            <a:gdLst>
              <a:gd name="csX0" fmla="*/ 2897444 w 2897443"/>
              <a:gd name="csY0" fmla="*/ 1158567 h 2394308"/>
              <a:gd name="csX1" fmla="*/ 2456978 w 2897443"/>
              <a:gd name="csY1" fmla="*/ 2120095 h 2394308"/>
              <a:gd name="csX2" fmla="*/ 1516752 w 2897443"/>
              <a:gd name="csY2" fmla="*/ 2394309 h 2394308"/>
              <a:gd name="csX3" fmla="*/ 20616 w 2897443"/>
              <a:gd name="csY3" fmla="*/ 1158567 h 2394308"/>
              <a:gd name="csX4" fmla="*/ 1516752 w 2897443"/>
              <a:gd name="csY4" fmla="*/ 0 h 2394308"/>
              <a:gd name="csX5" fmla="*/ 2897444 w 2897443"/>
              <a:gd name="csY5" fmla="*/ 1158567 h 23943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97443" h="2394308">
                <a:moveTo>
                  <a:pt x="2897444" y="1158567"/>
                </a:moveTo>
                <a:cubicBezTo>
                  <a:pt x="2650296" y="1564278"/>
                  <a:pt x="2767790" y="1919497"/>
                  <a:pt x="2456978" y="2120095"/>
                </a:cubicBezTo>
                <a:cubicBezTo>
                  <a:pt x="2271993" y="2330681"/>
                  <a:pt x="1869644" y="2394309"/>
                  <a:pt x="1516752" y="2394309"/>
                </a:cubicBezTo>
                <a:cubicBezTo>
                  <a:pt x="590326" y="2394309"/>
                  <a:pt x="-132809" y="2254875"/>
                  <a:pt x="20616" y="1158567"/>
                </a:cubicBezTo>
                <a:cubicBezTo>
                  <a:pt x="20616" y="329084"/>
                  <a:pt x="570242" y="115077"/>
                  <a:pt x="1516752" y="0"/>
                </a:cubicBezTo>
                <a:cubicBezTo>
                  <a:pt x="2343036" y="0"/>
                  <a:pt x="2897444" y="329084"/>
                  <a:pt x="2897444" y="1158567"/>
                </a:cubicBezTo>
              </a:path>
            </a:pathLst>
          </a:custGeom>
          <a:solidFill>
            <a:schemeClr val="tx1"/>
          </a:solidFill>
          <a:ln w="13648" cap="flat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B43DB0-2DF9-4F8A-2587-3E3F1913B1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6412" y="3715774"/>
            <a:ext cx="6605587" cy="1066800"/>
          </a:xfrm>
          <a:prstGeom prst="rect">
            <a:avLst/>
          </a:prstGeom>
        </p:spPr>
        <p:txBody>
          <a:bodyPr lIns="0" tIns="0" rIns="0" bIns="0"/>
          <a:lstStyle>
            <a:lvl1pPr>
              <a:buFont typeface="Arial" panose="020B0604020202020204" pitchFamily="34" charset="0"/>
              <a:buNone/>
              <a:defRPr sz="2800"/>
            </a:lvl1pPr>
          </a:lstStyle>
          <a:p>
            <a:pPr lvl="0"/>
            <a:r>
              <a:rPr lang="en-GB" dirty="0" err="1"/>
              <a:t>xxx@maastrichtuniversity.nl</a:t>
            </a:r>
            <a:endParaRPr lang="en-GB" dirty="0"/>
          </a:p>
          <a:p>
            <a:pPr lvl="0"/>
            <a:r>
              <a:rPr lang="en-GB" dirty="0" err="1"/>
              <a:t>maastrichtuniversity.nl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D0C0AB-4958-804B-D0A8-53BADA5017B6}"/>
              </a:ext>
            </a:extLst>
          </p:cNvPr>
          <p:cNvSpPr txBox="1"/>
          <p:nvPr userDrawn="1"/>
        </p:nvSpPr>
        <p:spPr>
          <a:xfrm>
            <a:off x="-2160000" y="914400"/>
            <a:ext cx="1981200" cy="1830413"/>
          </a:xfrm>
          <a:prstGeom prst="roundRect">
            <a:avLst>
              <a:gd name="adj" fmla="val 5906"/>
            </a:avLst>
          </a:prstGeom>
          <a:solidFill>
            <a:schemeClr val="accent6"/>
          </a:solidFill>
        </p:spPr>
        <p:txBody>
          <a:bodyPr wrap="square" lIns="118800" tIns="118800" rIns="118800" bIns="118800" rtlCol="0">
            <a:spAutoFit/>
          </a:bodyPr>
          <a:lstStyle/>
          <a:p>
            <a:pPr lvl="0"/>
            <a:r>
              <a:rPr lang="en-GB" sz="1000" b="1" dirty="0">
                <a:solidFill>
                  <a:schemeClr val="tx1"/>
                </a:solidFill>
                <a:latin typeface="Aptos" panose="020B0004020202020204" pitchFamily="34" charset="0"/>
              </a:rPr>
              <a:t>Note:</a:t>
            </a:r>
          </a:p>
          <a:p>
            <a:pPr lvl="0"/>
            <a:endParaRPr lang="en-GB" sz="10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GB" sz="1000" dirty="0">
                <a:solidFill>
                  <a:schemeClr val="tx1"/>
                </a:solidFill>
              </a:rPr>
              <a:t>Use the </a:t>
            </a:r>
            <a:r>
              <a:rPr lang="en-GB" sz="1000" b="1" dirty="0">
                <a:solidFill>
                  <a:schemeClr val="tx1"/>
                </a:solidFill>
              </a:rPr>
              <a:t>Crop</a:t>
            </a:r>
            <a:r>
              <a:rPr lang="en-GB" sz="1000" dirty="0">
                <a:solidFill>
                  <a:schemeClr val="tx1"/>
                </a:solidFill>
              </a:rPr>
              <a:t> tool to reposition the image.</a:t>
            </a:r>
          </a:p>
          <a:p>
            <a:r>
              <a:rPr lang="en-GB" sz="1000" dirty="0">
                <a:solidFill>
                  <a:schemeClr val="tx1"/>
                </a:solidFill>
              </a:rPr>
              <a:t>Select the image, then go to </a:t>
            </a:r>
            <a:r>
              <a:rPr lang="en-GB" sz="1000" b="1" dirty="0">
                <a:solidFill>
                  <a:schemeClr val="tx1"/>
                </a:solidFill>
              </a:rPr>
              <a:t>Picture Format → Crop</a:t>
            </a:r>
            <a:r>
              <a:rPr lang="en-GB" sz="1000" dirty="0">
                <a:solidFill>
                  <a:schemeClr val="tx1"/>
                </a:solidFill>
              </a:rPr>
              <a:t>.</a:t>
            </a:r>
          </a:p>
          <a:p>
            <a:endParaRPr lang="en-GB" sz="1000" dirty="0">
              <a:solidFill>
                <a:schemeClr val="tx1"/>
              </a:solidFill>
            </a:endParaRPr>
          </a:p>
          <a:p>
            <a:endParaRPr lang="en-GB" sz="1000" dirty="0">
              <a:solidFill>
                <a:schemeClr val="tx1"/>
              </a:solidFill>
            </a:endParaRPr>
          </a:p>
          <a:p>
            <a:endParaRPr lang="en-GB" sz="1000" dirty="0">
              <a:solidFill>
                <a:schemeClr val="tx1"/>
              </a:solidFill>
            </a:endParaRPr>
          </a:p>
          <a:p>
            <a:endParaRPr lang="en-GB" sz="1000" dirty="0">
              <a:solidFill>
                <a:schemeClr val="tx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C6DEC6D-6546-7DA6-445C-D025D1F6B6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93900" y="2120900"/>
            <a:ext cx="4699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117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51.xml"/><Relationship Id="rId35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53.xml"/><Relationship Id="rId37" Type="http://schemas.openxmlformats.org/officeDocument/2006/relationships/slideLayout" Target="../slideLayouts/slideLayout54.xml"/><Relationship Id="rId38" Type="http://schemas.openxmlformats.org/officeDocument/2006/relationships/slideLayout" Target="../slideLayouts/slideLayout55.xml"/><Relationship Id="rId39" Type="http://schemas.openxmlformats.org/officeDocument/2006/relationships/slideLayout" Target="../slideLayouts/slideLayout56.xml"/><Relationship Id="rId40" Type="http://schemas.openxmlformats.org/officeDocument/2006/relationships/slideLayout" Target="../slideLayouts/slideLayout57.xml"/><Relationship Id="rId41" Type="http://schemas.openxmlformats.org/officeDocument/2006/relationships/slideLayout" Target="../slideLayouts/slideLayout58.xml"/><Relationship Id="rId42" Type="http://schemas.openxmlformats.org/officeDocument/2006/relationships/slideLayout" Target="../slideLayouts/slideLayout59.xml"/><Relationship Id="rId43" Type="http://schemas.openxmlformats.org/officeDocument/2006/relationships/slideLayout" Target="../slideLayouts/slideLayout60.xml"/><Relationship Id="rId44" Type="http://schemas.openxmlformats.org/officeDocument/2006/relationships/slideLayout" Target="../slideLayouts/slideLayout61.xml"/><Relationship Id="rId45" Type="http://schemas.openxmlformats.org/officeDocument/2006/relationships/slideLayout" Target="../slideLayouts/slideLayout62.xml"/><Relationship Id="rId46" Type="http://schemas.openxmlformats.org/officeDocument/2006/relationships/slideLayout" Target="../slideLayouts/slideLayout63.xml"/><Relationship Id="rId47" Type="http://schemas.openxmlformats.org/officeDocument/2006/relationships/slideLayout" Target="../slideLayouts/slideLayout64.xml"/><Relationship Id="rId48" Type="http://schemas.openxmlformats.org/officeDocument/2006/relationships/slideLayout" Target="../slideLayouts/slideLayout65.xml"/><Relationship Id="rId49" Type="http://schemas.openxmlformats.org/officeDocument/2006/relationships/slideLayout" Target="../slideLayouts/slideLayout66.xml"/><Relationship Id="rId50" Type="http://schemas.openxmlformats.org/officeDocument/2006/relationships/slideLayout" Target="../slideLayouts/slideLayout67.xml"/><Relationship Id="rId51" Type="http://schemas.openxmlformats.org/officeDocument/2006/relationships/slideLayout" Target="../slideLayouts/slideLayout68.xml"/><Relationship Id="rId52" Type="http://schemas.openxmlformats.org/officeDocument/2006/relationships/slideLayout" Target="../slideLayouts/slideLayout69.xml"/><Relationship Id="rId53" Type="http://schemas.openxmlformats.org/officeDocument/2006/relationships/slideLayout" Target="../slideLayouts/slideLayout70.xml"/><Relationship Id="rId54" Type="http://schemas.openxmlformats.org/officeDocument/2006/relationships/slideLayout" Target="../slideLayouts/slideLayout71.xml"/><Relationship Id="rId55" Type="http://schemas.openxmlformats.org/officeDocument/2006/relationships/slideLayout" Target="../slideLayouts/slideLayout72.xml"/><Relationship Id="rId56" Type="http://schemas.openxmlformats.org/officeDocument/2006/relationships/slideLayout" Target="../slideLayouts/slideLayout73.xml"/><Relationship Id="rId57" Type="http://schemas.openxmlformats.org/officeDocument/2006/relationships/slideLayout" Target="../slideLayouts/slideLayout74.xml"/><Relationship Id="rId58" Type="http://schemas.openxmlformats.org/officeDocument/2006/relationships/slideLayout" Target="../slideLayouts/slideLayout75.xml"/><Relationship Id="rId59" Type="http://schemas.openxmlformats.org/officeDocument/2006/relationships/theme" Target="../theme/theme2.xml"/><Relationship Id="rId60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06413" y="265945"/>
            <a:ext cx="5588000" cy="24046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lang="en-GB" sz="1200" smtClean="0">
                <a:solidFill>
                  <a:schemeClr val="tx1"/>
                </a:solidFill>
                <a:effectLst/>
                <a:latin typeface="Aptos" panose="020B0004020202020204" pitchFamily="34" charset="0"/>
              </a:defRPr>
            </a:lvl1pPr>
          </a:lstStyle>
          <a:p>
            <a:r>
              <a:rPr lang="en-GB" dirty="0"/>
              <a:t>[Add footer text via: Insert → Header &amp; Footer]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0" y="253999"/>
            <a:ext cx="1524000" cy="25241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12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algn="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68000" y="253999"/>
            <a:ext cx="1017586" cy="25241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 sz="12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>
              <a:latin typeface="Aptos" panose="020B00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2C3ACC5-CDEA-2014-611E-0919C57C36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C395F6DD-8341-FE77-9976-2AD9EB171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766549"/>
            <a:ext cx="10161587" cy="98605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nl-NL"/>
              <a:t>Klik om stijl te bewerken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005580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98" r:id="rId2"/>
    <p:sldLayoutId id="2147483699" r:id="rId3"/>
    <p:sldLayoutId id="2147483700" r:id="rId4"/>
    <p:sldLayoutId id="2147483670" r:id="rId5"/>
    <p:sldLayoutId id="2147483701" r:id="rId6"/>
    <p:sldLayoutId id="2147483702" r:id="rId7"/>
    <p:sldLayoutId id="2147483703" r:id="rId8"/>
    <p:sldLayoutId id="2147483672" r:id="rId9"/>
    <p:sldLayoutId id="2147483704" r:id="rId10"/>
    <p:sldLayoutId id="2147483705" r:id="rId11"/>
    <p:sldLayoutId id="2147483706" r:id="rId12"/>
    <p:sldLayoutId id="2147483671" r:id="rId13"/>
    <p:sldLayoutId id="2147483688" r:id="rId14"/>
    <p:sldLayoutId id="2147483696" r:id="rId15"/>
    <p:sldLayoutId id="2147483697" r:id="rId16"/>
    <p:sldLayoutId id="2147483707" r:id="rId17"/>
  </p:sldLayoutIdLst>
  <p:hf hdr="0" ftr="0" dt="0"/>
  <p:txStyles>
    <p:titleStyle>
      <a:lvl1pPr eaLnBrk="1" hangingPunct="1">
        <a:defRPr sz="3800" b="1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-270000" eaLnBrk="1" hangingPunct="1">
        <a:buFont typeface="Arial" panose="020B0604020202020204" pitchFamily="34" charset="0"/>
        <a:buNone/>
        <a:defRPr sz="20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540000" indent="-270000" eaLnBrk="1" hangingPunct="1">
        <a:buFont typeface="Arial" panose="020B0604020202020204" pitchFamily="34" charset="0"/>
        <a:buChar char="•"/>
        <a:defRPr sz="20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900000" indent="-270000" eaLnBrk="1" hangingPunct="1">
        <a:buFont typeface="Arial" panose="020B0604020202020204" pitchFamily="34" charset="0"/>
        <a:buChar char="•"/>
        <a:defRPr sz="20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350000" indent="-270000" eaLnBrk="1" hangingPunct="1">
        <a:buFont typeface="Arial" panose="020B0604020202020204" pitchFamily="34" charset="0"/>
        <a:buChar char="•"/>
        <a:defRPr sz="20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1800000" indent="-270000" eaLnBrk="1" hangingPunct="1">
        <a:buFont typeface="Arial" panose="020B0604020202020204" pitchFamily="34" charset="0"/>
        <a:buChar char="•"/>
        <a:defRPr sz="20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250000" indent="-270000" eaLnBrk="1" hangingPunct="1">
        <a:defRPr sz="20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64FF"/>
          </p15:clr>
        </p15:guide>
        <p15:guide id="2" pos="7680" userDrawn="1">
          <p15:clr>
            <a:srgbClr val="0064FF"/>
          </p15:clr>
        </p15:guide>
        <p15:guide id="3" pos="319" userDrawn="1">
          <p15:clr>
            <a:srgbClr val="0064FF"/>
          </p15:clr>
        </p15:guide>
        <p15:guide id="4" pos="639" userDrawn="1">
          <p15:clr>
            <a:srgbClr val="0064FF"/>
          </p15:clr>
        </p15:guide>
        <p15:guide id="5" pos="959" userDrawn="1">
          <p15:clr>
            <a:srgbClr val="0064FF"/>
          </p15:clr>
        </p15:guide>
        <p15:guide id="6" pos="1274" userDrawn="1">
          <p15:clr>
            <a:srgbClr val="0064FF"/>
          </p15:clr>
        </p15:guide>
        <p15:guide id="7" pos="1599" userDrawn="1">
          <p15:clr>
            <a:srgbClr val="0064FF"/>
          </p15:clr>
        </p15:guide>
        <p15:guide id="8" pos="1919" userDrawn="1">
          <p15:clr>
            <a:srgbClr val="0064FF"/>
          </p15:clr>
        </p15:guide>
        <p15:guide id="9" pos="2239" userDrawn="1">
          <p15:clr>
            <a:srgbClr val="0064FF"/>
          </p15:clr>
        </p15:guide>
        <p15:guide id="10" pos="2559" userDrawn="1">
          <p15:clr>
            <a:srgbClr val="0064FF"/>
          </p15:clr>
        </p15:guide>
        <p15:guide id="11" pos="2879" userDrawn="1">
          <p15:clr>
            <a:srgbClr val="0064FF"/>
          </p15:clr>
        </p15:guide>
        <p15:guide id="12" pos="3199" userDrawn="1">
          <p15:clr>
            <a:srgbClr val="0064FF"/>
          </p15:clr>
        </p15:guide>
        <p15:guide id="13" pos="3519" userDrawn="1">
          <p15:clr>
            <a:srgbClr val="0064FF"/>
          </p15:clr>
        </p15:guide>
        <p15:guide id="14" pos="3839" userDrawn="1">
          <p15:clr>
            <a:srgbClr val="0064FF"/>
          </p15:clr>
        </p15:guide>
        <p15:guide id="15" pos="4160" userDrawn="1">
          <p15:clr>
            <a:srgbClr val="0064FF"/>
          </p15:clr>
        </p15:guide>
        <p15:guide id="16" pos="4480" userDrawn="1">
          <p15:clr>
            <a:srgbClr val="0064FF"/>
          </p15:clr>
        </p15:guide>
        <p15:guide id="17" pos="4800" userDrawn="1">
          <p15:clr>
            <a:srgbClr val="0064FF"/>
          </p15:clr>
        </p15:guide>
        <p15:guide id="18" pos="5120" userDrawn="1">
          <p15:clr>
            <a:srgbClr val="0064FF"/>
          </p15:clr>
        </p15:guide>
        <p15:guide id="19" pos="5440" userDrawn="1">
          <p15:clr>
            <a:srgbClr val="0064FF"/>
          </p15:clr>
        </p15:guide>
        <p15:guide id="20" pos="5760" userDrawn="1">
          <p15:clr>
            <a:srgbClr val="0064FF"/>
          </p15:clr>
        </p15:guide>
        <p15:guide id="21" pos="6080" userDrawn="1">
          <p15:clr>
            <a:srgbClr val="0064FF"/>
          </p15:clr>
        </p15:guide>
        <p15:guide id="22" pos="6400" userDrawn="1">
          <p15:clr>
            <a:srgbClr val="0064FF"/>
          </p15:clr>
        </p15:guide>
        <p15:guide id="23" pos="6720" userDrawn="1">
          <p15:clr>
            <a:srgbClr val="0064FF"/>
          </p15:clr>
        </p15:guide>
        <p15:guide id="24" pos="7040" userDrawn="1">
          <p15:clr>
            <a:srgbClr val="0064FF"/>
          </p15:clr>
        </p15:guide>
        <p15:guide id="25" pos="7360" userDrawn="1">
          <p15:clr>
            <a:srgbClr val="0064FF"/>
          </p15:clr>
        </p15:guide>
        <p15:guide id="27" orient="horz" pos="4320" userDrawn="1">
          <p15:clr>
            <a:srgbClr val="0064FF"/>
          </p15:clr>
        </p15:guide>
        <p15:guide id="28" orient="horz" pos="319" userDrawn="1">
          <p15:clr>
            <a:srgbClr val="0064FF"/>
          </p15:clr>
        </p15:guide>
        <p15:guide id="29" orient="horz" pos="4000" userDrawn="1">
          <p15:clr>
            <a:srgbClr val="0064FF"/>
          </p15:clr>
        </p15:guide>
        <p15:guide id="30" orient="horz" pos="160" userDrawn="1">
          <p15:clr>
            <a:srgbClr val="000000"/>
          </p15:clr>
        </p15:guide>
        <p15:guide id="31" orient="horz" pos="480" userDrawn="1">
          <p15:clr>
            <a:srgbClr val="0000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6413" y="771885"/>
            <a:ext cx="10161587" cy="75211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2800" b="1" i="0">
                <a:solidFill>
                  <a:srgbClr val="00072F"/>
                </a:solidFill>
                <a:latin typeface="Aptos Display"/>
                <a:cs typeface="Aptos Display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414" y="2043472"/>
            <a:ext cx="10161586" cy="329052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2000" b="0" i="0">
                <a:solidFill>
                  <a:srgbClr val="00072F"/>
                </a:solidFill>
                <a:latin typeface="Aptos"/>
                <a:cs typeface="Aptos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06413" y="265945"/>
            <a:ext cx="5588000" cy="24046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lang="en-GB" sz="1200" smtClean="0">
                <a:solidFill>
                  <a:schemeClr val="tx1"/>
                </a:solidFill>
                <a:effectLst/>
                <a:latin typeface="Aptos" panose="020B0004020202020204" pitchFamily="34" charset="0"/>
              </a:defRPr>
            </a:lvl1pPr>
          </a:lstStyle>
          <a:p>
            <a:r>
              <a:rPr lang="en-GB" dirty="0"/>
              <a:t>[Add footer text via: Insert → Header &amp; Footer]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0" y="253999"/>
            <a:ext cx="1524000" cy="25241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12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algn="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68000" y="253999"/>
            <a:ext cx="1017586" cy="25241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 sz="12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NL" smtClean="0"/>
              <a:pPr/>
              <a:t>‹#›</a:t>
            </a:fld>
            <a:endParaRPr lang="en-NL" dirty="0">
              <a:latin typeface="Aptos" panose="020B00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8160BCC-1872-44A4-02DD-5CAE7ACA2B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506413" y="6086115"/>
            <a:ext cx="2540000" cy="381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94" r:id="rId2"/>
    <p:sldLayoutId id="2147483695" r:id="rId3"/>
    <p:sldLayoutId id="2147483709" r:id="rId4"/>
    <p:sldLayoutId id="2147483687" r:id="rId5"/>
    <p:sldLayoutId id="2147483774" r:id="rId6"/>
    <p:sldLayoutId id="2147483775" r:id="rId7"/>
    <p:sldLayoutId id="2147483776" r:id="rId8"/>
    <p:sldLayoutId id="2147483777" r:id="rId9"/>
    <p:sldLayoutId id="2147483781" r:id="rId10"/>
    <p:sldLayoutId id="2147483673" r:id="rId11"/>
    <p:sldLayoutId id="2147483710" r:id="rId12"/>
    <p:sldLayoutId id="2147483712" r:id="rId13"/>
    <p:sldLayoutId id="2147483780" r:id="rId14"/>
    <p:sldLayoutId id="2147483685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674" r:id="rId21"/>
    <p:sldLayoutId id="2147483713" r:id="rId22"/>
    <p:sldLayoutId id="2147483714" r:id="rId23"/>
    <p:sldLayoutId id="2147483715" r:id="rId24"/>
    <p:sldLayoutId id="2147483716" r:id="rId25"/>
    <p:sldLayoutId id="2147483760" r:id="rId26"/>
    <p:sldLayoutId id="2147483761" r:id="rId27"/>
    <p:sldLayoutId id="2147483762" r:id="rId28"/>
    <p:sldLayoutId id="2147483763" r:id="rId29"/>
    <p:sldLayoutId id="2147483764" r:id="rId30"/>
    <p:sldLayoutId id="2147483677" r:id="rId31"/>
    <p:sldLayoutId id="2147483723" r:id="rId32"/>
    <p:sldLayoutId id="2147483725" r:id="rId33"/>
    <p:sldLayoutId id="2147483679" r:id="rId34"/>
    <p:sldLayoutId id="2147483729" r:id="rId35"/>
    <p:sldLayoutId id="2147483731" r:id="rId36"/>
    <p:sldLayoutId id="2147483678" r:id="rId37"/>
    <p:sldLayoutId id="2147483726" r:id="rId38"/>
    <p:sldLayoutId id="2147483728" r:id="rId39"/>
    <p:sldLayoutId id="2147483675" r:id="rId40"/>
    <p:sldLayoutId id="2147483719" r:id="rId41"/>
    <p:sldLayoutId id="2147483778" r:id="rId42"/>
    <p:sldLayoutId id="2147483779" r:id="rId43"/>
    <p:sldLayoutId id="2147483683" r:id="rId44"/>
    <p:sldLayoutId id="2147483689" r:id="rId45"/>
    <p:sldLayoutId id="2147483742" r:id="rId46"/>
    <p:sldLayoutId id="2147483758" r:id="rId47"/>
    <p:sldLayoutId id="2147483759" r:id="rId48"/>
    <p:sldLayoutId id="2147483690" r:id="rId49"/>
    <p:sldLayoutId id="2147483745" r:id="rId50"/>
    <p:sldLayoutId id="2147483747" r:id="rId51"/>
    <p:sldLayoutId id="2147483693" r:id="rId52"/>
    <p:sldLayoutId id="2147483754" r:id="rId53"/>
    <p:sldLayoutId id="2147483756" r:id="rId54"/>
    <p:sldLayoutId id="2147483765" r:id="rId55"/>
    <p:sldLayoutId id="2147483766" r:id="rId56"/>
    <p:sldLayoutId id="2147483767" r:id="rId57"/>
    <p:sldLayoutId id="2147483768" r:id="rId58"/>
  </p:sldLayoutIdLst>
  <p:hf hdr="0" ftr="0" dt="0"/>
  <p:txStyles>
    <p:titleStyle>
      <a:lvl1pPr>
        <a:defRPr sz="3800">
          <a:latin typeface="+mj-lt"/>
          <a:ea typeface="+mj-ea"/>
          <a:cs typeface="+mj-cs"/>
        </a:defRPr>
      </a:lvl1pPr>
    </p:titleStyle>
    <p:bodyStyle>
      <a:lvl1pPr marL="0" indent="-270000">
        <a:buFont typeface="Arial" panose="020B0604020202020204" pitchFamily="34" charset="0"/>
        <a:buChar char="•"/>
        <a:defRPr sz="20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540000" indent="-270000">
        <a:buFont typeface="System Font Regular"/>
        <a:buChar char="-"/>
        <a:defRPr sz="18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810000" indent="-270000">
        <a:buFont typeface="System Font Regular"/>
        <a:buChar char="-"/>
        <a:defRPr sz="16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080000" indent="-270000">
        <a:buFont typeface="System Font Regular"/>
        <a:buChar char="-"/>
        <a:defRPr sz="14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1350000" indent="-270000">
        <a:buFont typeface="System Font Regular"/>
        <a:buChar char="-"/>
        <a:defRPr sz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286000">
        <a:defRPr sz="2000">
          <a:latin typeface="Aptos" panose="020B0004020202020204" pitchFamily="34" charset="0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64FF"/>
          </p15:clr>
        </p15:guide>
        <p15:guide id="2" pos="7680" userDrawn="1">
          <p15:clr>
            <a:srgbClr val="0064FF"/>
          </p15:clr>
        </p15:guide>
        <p15:guide id="3" pos="319" userDrawn="1">
          <p15:clr>
            <a:srgbClr val="0064FF"/>
          </p15:clr>
        </p15:guide>
        <p15:guide id="4" pos="639" userDrawn="1">
          <p15:clr>
            <a:srgbClr val="0064FF"/>
          </p15:clr>
        </p15:guide>
        <p15:guide id="5" pos="959" userDrawn="1">
          <p15:clr>
            <a:srgbClr val="0064FF"/>
          </p15:clr>
        </p15:guide>
        <p15:guide id="6" pos="1279" userDrawn="1">
          <p15:clr>
            <a:srgbClr val="0064FF"/>
          </p15:clr>
        </p15:guide>
        <p15:guide id="7" pos="1599" userDrawn="1">
          <p15:clr>
            <a:srgbClr val="0064FF"/>
          </p15:clr>
        </p15:guide>
        <p15:guide id="8" pos="1919" userDrawn="1">
          <p15:clr>
            <a:srgbClr val="0064FF"/>
          </p15:clr>
        </p15:guide>
        <p15:guide id="9" pos="2239" userDrawn="1">
          <p15:clr>
            <a:srgbClr val="0064FF"/>
          </p15:clr>
        </p15:guide>
        <p15:guide id="10" pos="2559" userDrawn="1">
          <p15:clr>
            <a:srgbClr val="0064FF"/>
          </p15:clr>
        </p15:guide>
        <p15:guide id="11" pos="2879" userDrawn="1">
          <p15:clr>
            <a:srgbClr val="0064FF"/>
          </p15:clr>
        </p15:guide>
        <p15:guide id="12" pos="3199" userDrawn="1">
          <p15:clr>
            <a:srgbClr val="0064FF"/>
          </p15:clr>
        </p15:guide>
        <p15:guide id="13" pos="3519" userDrawn="1">
          <p15:clr>
            <a:srgbClr val="0064FF"/>
          </p15:clr>
        </p15:guide>
        <p15:guide id="14" pos="3839" userDrawn="1">
          <p15:clr>
            <a:srgbClr val="0064FF"/>
          </p15:clr>
        </p15:guide>
        <p15:guide id="15" pos="4160" userDrawn="1">
          <p15:clr>
            <a:srgbClr val="0064FF"/>
          </p15:clr>
        </p15:guide>
        <p15:guide id="16" pos="4480" userDrawn="1">
          <p15:clr>
            <a:srgbClr val="0064FF"/>
          </p15:clr>
        </p15:guide>
        <p15:guide id="17" pos="4800" userDrawn="1">
          <p15:clr>
            <a:srgbClr val="0064FF"/>
          </p15:clr>
        </p15:guide>
        <p15:guide id="18" pos="5120" userDrawn="1">
          <p15:clr>
            <a:srgbClr val="0064FF"/>
          </p15:clr>
        </p15:guide>
        <p15:guide id="19" pos="5440" userDrawn="1">
          <p15:clr>
            <a:srgbClr val="0064FF"/>
          </p15:clr>
        </p15:guide>
        <p15:guide id="20" pos="5760" userDrawn="1">
          <p15:clr>
            <a:srgbClr val="0064FF"/>
          </p15:clr>
        </p15:guide>
        <p15:guide id="21" pos="6080" userDrawn="1">
          <p15:clr>
            <a:srgbClr val="0064FF"/>
          </p15:clr>
        </p15:guide>
        <p15:guide id="22" pos="6400" userDrawn="1">
          <p15:clr>
            <a:srgbClr val="0064FF"/>
          </p15:clr>
        </p15:guide>
        <p15:guide id="23" pos="6720" userDrawn="1">
          <p15:clr>
            <a:srgbClr val="0064FF"/>
          </p15:clr>
        </p15:guide>
        <p15:guide id="24" pos="7040" userDrawn="1">
          <p15:clr>
            <a:srgbClr val="0064FF"/>
          </p15:clr>
        </p15:guide>
        <p15:guide id="25" pos="7360" userDrawn="1">
          <p15:clr>
            <a:srgbClr val="0064FF"/>
          </p15:clr>
        </p15:guide>
        <p15:guide id="27" orient="horz" pos="4320" userDrawn="1">
          <p15:clr>
            <a:srgbClr val="0064FF"/>
          </p15:clr>
        </p15:guide>
        <p15:guide id="28" orient="horz" pos="319" userDrawn="1">
          <p15:clr>
            <a:srgbClr val="0064FF"/>
          </p15:clr>
        </p15:guide>
        <p15:guide id="29" orient="horz" pos="4000" userDrawn="1">
          <p15:clr>
            <a:srgbClr val="0064FF"/>
          </p15:clr>
        </p15:guide>
        <p15:guide id="30" orient="horz" pos="160" userDrawn="1">
          <p15:clr>
            <a:srgbClr val="000000"/>
          </p15:clr>
        </p15:guide>
        <p15:guide id="31" orient="horz" pos="480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jpeg"/><Relationship Id="rId6" Type="http://schemas.openxmlformats.org/officeDocument/2006/relationships/image" Target="../media/image23.jpe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image" Target="../media/image4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1F0BEF-A213-555D-1C87-169CF879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1988840"/>
            <a:ext cx="12169352" cy="2694794"/>
          </a:xfrm>
        </p:spPr>
        <p:txBody>
          <a:bodyPr>
            <a:normAutofit/>
          </a:bodyPr>
          <a:lstStyle/>
          <a:p>
            <a:pPr algn="l"/>
            <a:r>
              <a:rPr lang="nl-NL" sz="3600" dirty="0"/>
              <a:t>A </a:t>
            </a:r>
            <a:r>
              <a:rPr lang="nl-NL" sz="3600" dirty="0" err="1"/>
              <a:t>Mechanistic</a:t>
            </a:r>
            <a:r>
              <a:rPr lang="nl-NL" sz="3600" dirty="0"/>
              <a:t> </a:t>
            </a:r>
            <a:r>
              <a:rPr lang="nl-NL" sz="3600" dirty="0" err="1"/>
              <a:t>Kidney</a:t>
            </a:r>
            <a:r>
              <a:rPr lang="nl-NL" sz="3600" dirty="0"/>
              <a:t> </a:t>
            </a:r>
            <a:r>
              <a:rPr lang="nl-NL" sz="3600" dirty="0" err="1"/>
              <a:t>Physiologically-Based</a:t>
            </a:r>
            <a:br>
              <a:rPr lang="nl-NL" sz="3600" dirty="0"/>
            </a:br>
            <a:br>
              <a:rPr lang="nl-NL" sz="3600" dirty="0"/>
            </a:br>
            <a:r>
              <a:rPr lang="nl-NL" sz="3600" dirty="0" err="1"/>
              <a:t>PharmacoKinetic</a:t>
            </a:r>
            <a:r>
              <a:rPr lang="nl-NL" sz="3600" dirty="0"/>
              <a:t>  (PBPK) Model </a:t>
            </a:r>
            <a:r>
              <a:rPr lang="nl-NL" sz="3600" dirty="0" err="1"/>
              <a:t>to</a:t>
            </a:r>
            <a:r>
              <a:rPr lang="nl-NL" sz="3600" dirty="0"/>
              <a:t> </a:t>
            </a:r>
            <a:r>
              <a:rPr lang="nl-NL" sz="3600" dirty="0" err="1"/>
              <a:t>Quantify</a:t>
            </a:r>
            <a:br>
              <a:rPr lang="nl-NL" sz="3600" dirty="0"/>
            </a:br>
            <a:br>
              <a:rPr lang="nl-NL" sz="3600" dirty="0"/>
            </a:br>
            <a:r>
              <a:rPr lang="nl-NL" sz="3600" dirty="0" err="1"/>
              <a:t>Transporter-Mediated</a:t>
            </a:r>
            <a:r>
              <a:rPr lang="nl-NL" sz="3600" dirty="0"/>
              <a:t> Furosemide-</a:t>
            </a:r>
            <a:r>
              <a:rPr lang="nl-NL" sz="3600" dirty="0" err="1"/>
              <a:t>Toxin</a:t>
            </a:r>
            <a:r>
              <a:rPr lang="nl-NL" sz="3600" dirty="0"/>
              <a:t> </a:t>
            </a:r>
            <a:r>
              <a:rPr lang="nl-NL" sz="3600" dirty="0" err="1"/>
              <a:t>Interactions</a:t>
            </a:r>
            <a:endParaRPr lang="en-NL" sz="3600" dirty="0">
              <a:latin typeface="Aptos" panose="020B00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4814C-1904-4B29-181F-299358AF8C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368" y="4776397"/>
            <a:ext cx="6525692" cy="1066800"/>
          </a:xfrm>
        </p:spPr>
        <p:txBody>
          <a:bodyPr>
            <a:normAutofit/>
          </a:bodyPr>
          <a:lstStyle/>
          <a:p>
            <a:r>
              <a:rPr lang="en-NL" sz="2400" b="1" dirty="0">
                <a:solidFill>
                  <a:srgbClr val="FF0000"/>
                </a:solidFill>
              </a:rPr>
              <a:t>Leyla Noroozbabaee, </a:t>
            </a:r>
            <a:r>
              <a:rPr lang="en-US" sz="2400" b="1" dirty="0">
                <a:solidFill>
                  <a:srgbClr val="FF0000"/>
                </a:solidFill>
              </a:rPr>
              <a:t>09/2026</a:t>
            </a:r>
            <a:endParaRPr lang="en-NL" sz="2400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080231-90F4-DD62-494E-5BDB331B9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75" y="116632"/>
            <a:ext cx="2574379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3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1155680" cy="1143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3600" dirty="0"/>
              <a:t>Connection to other projects </a:t>
            </a:r>
            <a:endParaRPr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AF8CC-6266-73D4-9E68-889CADCB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2</a:t>
            </a:fld>
            <a:endParaRPr lang="en-NL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672F1C5-0315-68E3-26E0-AC95F4F82798}"/>
              </a:ext>
            </a:extLst>
          </p:cNvPr>
          <p:cNvGrpSpPr>
            <a:grpSpLocks noChangeAspect="1"/>
          </p:cNvGrpSpPr>
          <p:nvPr/>
        </p:nvGrpSpPr>
        <p:grpSpPr>
          <a:xfrm>
            <a:off x="1683487" y="1124744"/>
            <a:ext cx="9952784" cy="5088600"/>
            <a:chOff x="1956626" y="1645920"/>
            <a:chExt cx="8293987" cy="4240500"/>
          </a:xfrm>
        </p:grpSpPr>
        <p:pic>
          <p:nvPicPr>
            <p:cNvPr id="4" name="Picture 4" descr="A diagram of a medical procedure&#10;&#10;AI-generated content may be incorrect.">
              <a:extLst>
                <a:ext uri="{FF2B5EF4-FFF2-40B4-BE49-F238E27FC236}">
                  <a16:creationId xmlns:a16="http://schemas.microsoft.com/office/drawing/2014/main" id="{05533D58-AC42-E5D5-750C-70321ABEE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14" b="12430"/>
            <a:stretch>
              <a:fillRect/>
            </a:stretch>
          </p:blipFill>
          <p:spPr>
            <a:xfrm>
              <a:off x="1956626" y="1645920"/>
              <a:ext cx="7302403" cy="4240500"/>
            </a:xfrm>
            <a:prstGeom prst="rect">
              <a:avLst/>
            </a:prstGeom>
          </p:spPr>
        </p:pic>
        <p:pic>
          <p:nvPicPr>
            <p:cNvPr id="1026" name="Picture 2" descr="European Research Council - Wikipedia">
              <a:extLst>
                <a:ext uri="{FF2B5EF4-FFF2-40B4-BE49-F238E27FC236}">
                  <a16:creationId xmlns:a16="http://schemas.microsoft.com/office/drawing/2014/main" id="{B1DF7FE7-2492-B32F-FA06-B3D0465A2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7259" y="1794250"/>
              <a:ext cx="333066" cy="334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Full Members - Ekha">
              <a:extLst>
                <a:ext uri="{FF2B5EF4-FFF2-40B4-BE49-F238E27FC236}">
                  <a16:creationId xmlns:a16="http://schemas.microsoft.com/office/drawing/2014/main" id="{B1D4C845-6E2E-FAEF-0BC2-964ABFA333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8333" y="3079774"/>
              <a:ext cx="304266" cy="3042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logo NWO">
              <a:extLst>
                <a:ext uri="{FF2B5EF4-FFF2-40B4-BE49-F238E27FC236}">
                  <a16:creationId xmlns:a16="http://schemas.microsoft.com/office/drawing/2014/main" id="{29ACDA06-F89B-8627-4000-1850584720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38" r="27999"/>
            <a:stretch/>
          </p:blipFill>
          <p:spPr bwMode="auto">
            <a:xfrm>
              <a:off x="2078333" y="4022999"/>
              <a:ext cx="304266" cy="446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6" descr="logo NWO">
              <a:extLst>
                <a:ext uri="{FF2B5EF4-FFF2-40B4-BE49-F238E27FC236}">
                  <a16:creationId xmlns:a16="http://schemas.microsoft.com/office/drawing/2014/main" id="{10F5D842-3683-B9F9-86C4-AF97BBA58B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38" r="27999"/>
            <a:stretch/>
          </p:blipFill>
          <p:spPr bwMode="auto">
            <a:xfrm>
              <a:off x="7760505" y="4890157"/>
              <a:ext cx="304266" cy="446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Utrecht University – Framer Framed">
              <a:extLst>
                <a:ext uri="{FF2B5EF4-FFF2-40B4-BE49-F238E27FC236}">
                  <a16:creationId xmlns:a16="http://schemas.microsoft.com/office/drawing/2014/main" id="{15BCE15D-69F5-FCDA-0785-2CE05E6A61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3832" y="3179663"/>
              <a:ext cx="600925" cy="2043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8" descr="Maastricht University | Maastricht">
              <a:extLst>
                <a:ext uri="{FF2B5EF4-FFF2-40B4-BE49-F238E27FC236}">
                  <a16:creationId xmlns:a16="http://schemas.microsoft.com/office/drawing/2014/main" id="{90C102E2-4BFD-7F31-1CAB-0DD5BE7EBA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0271" y="4135064"/>
              <a:ext cx="444455" cy="444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Maastricht University | Maastricht">
              <a:extLst>
                <a:ext uri="{FF2B5EF4-FFF2-40B4-BE49-F238E27FC236}">
                  <a16:creationId xmlns:a16="http://schemas.microsoft.com/office/drawing/2014/main" id="{6E9FD352-E9A3-5C8A-D008-FF0711F9EA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792" y="3267404"/>
              <a:ext cx="444455" cy="444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8" descr="Maastricht University | Maastricht">
              <a:extLst>
                <a:ext uri="{FF2B5EF4-FFF2-40B4-BE49-F238E27FC236}">
                  <a16:creationId xmlns:a16="http://schemas.microsoft.com/office/drawing/2014/main" id="{CDF9E55B-2CE9-2934-4A8B-475E959285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2067" y="4132527"/>
              <a:ext cx="444455" cy="444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001BE74-62FE-CB05-2BF0-E3A07BB43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22179" b="22401"/>
            <a:stretch/>
          </p:blipFill>
          <p:spPr>
            <a:xfrm>
              <a:off x="6622674" y="3396952"/>
              <a:ext cx="757613" cy="314906"/>
            </a:xfrm>
            <a:prstGeom prst="rect">
              <a:avLst/>
            </a:prstGeom>
          </p:spPr>
        </p:pic>
        <p:pic>
          <p:nvPicPr>
            <p:cNvPr id="13" name="Picture 8" descr="Maastricht University | Maastricht">
              <a:extLst>
                <a:ext uri="{FF2B5EF4-FFF2-40B4-BE49-F238E27FC236}">
                  <a16:creationId xmlns:a16="http://schemas.microsoft.com/office/drawing/2014/main" id="{67088F39-CF65-56B5-8717-5C0580F374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1235" y="1802123"/>
              <a:ext cx="444455" cy="444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8" descr="Maastricht University | Maastricht">
              <a:extLst>
                <a:ext uri="{FF2B5EF4-FFF2-40B4-BE49-F238E27FC236}">
                  <a16:creationId xmlns:a16="http://schemas.microsoft.com/office/drawing/2014/main" id="{19E35E38-AF67-EA1F-125D-8378ECCA14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03388" y="4890157"/>
              <a:ext cx="444455" cy="444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Utrecht University – Framer Framed">
              <a:extLst>
                <a:ext uri="{FF2B5EF4-FFF2-40B4-BE49-F238E27FC236}">
                  <a16:creationId xmlns:a16="http://schemas.microsoft.com/office/drawing/2014/main" id="{8F31BE5D-4F1F-3FEF-77AF-7E4D55B29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33787" y="5044251"/>
              <a:ext cx="600925" cy="2043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CC11818-AA95-C8D0-4EE2-3D4E678AA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22179" b="22401"/>
            <a:stretch/>
          </p:blipFill>
          <p:spPr>
            <a:xfrm>
              <a:off x="8913083" y="5394216"/>
              <a:ext cx="757613" cy="314906"/>
            </a:xfrm>
            <a:prstGeom prst="rect">
              <a:avLst/>
            </a:prstGeom>
          </p:spPr>
        </p:pic>
        <p:pic>
          <p:nvPicPr>
            <p:cNvPr id="1040" name="Picture 16" descr="Logo | Service Portal | University of Twente">
              <a:extLst>
                <a:ext uri="{FF2B5EF4-FFF2-40B4-BE49-F238E27FC236}">
                  <a16:creationId xmlns:a16="http://schemas.microsoft.com/office/drawing/2014/main" id="{9DE6088F-62BE-98B2-59D0-F8DF6F2B80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70696" y="5391607"/>
              <a:ext cx="579917" cy="289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7A337AA-106F-8C18-36B0-F1923C77895B}"/>
              </a:ext>
            </a:extLst>
          </p:cNvPr>
          <p:cNvSpPr/>
          <p:nvPr/>
        </p:nvSpPr>
        <p:spPr>
          <a:xfrm>
            <a:off x="4112145" y="1742633"/>
            <a:ext cx="399679" cy="3204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252DAA-668F-44CC-AE3A-8AB349EA2C11}"/>
              </a:ext>
            </a:extLst>
          </p:cNvPr>
          <p:cNvSpPr/>
          <p:nvPr/>
        </p:nvSpPr>
        <p:spPr>
          <a:xfrm>
            <a:off x="1778317" y="3327096"/>
            <a:ext cx="399679" cy="3204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83C21B-C48C-AB92-E5AF-E40B9E2E7CD8}"/>
              </a:ext>
            </a:extLst>
          </p:cNvPr>
          <p:cNvSpPr/>
          <p:nvPr/>
        </p:nvSpPr>
        <p:spPr>
          <a:xfrm>
            <a:off x="8544272" y="5680169"/>
            <a:ext cx="399679" cy="3204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5EE47-3447-21EE-503B-F8A09CB3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Kidneys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7B89A-7798-1B12-679A-C584F1924B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360" y="2060848"/>
            <a:ext cx="10161587" cy="3003550"/>
          </a:xfrm>
        </p:spPr>
        <p:txBody>
          <a:bodyPr/>
          <a:lstStyle/>
          <a:p>
            <a:pPr lvl="0"/>
            <a:r>
              <a:rPr lang="nl-NL" sz="1600" dirty="0" err="1"/>
              <a:t>Regulates</a:t>
            </a:r>
            <a:r>
              <a:rPr lang="nl-NL" sz="1600" dirty="0"/>
              <a:t> </a:t>
            </a:r>
            <a:r>
              <a:rPr lang="nl-NL" sz="1600" dirty="0" err="1"/>
              <a:t>fluid</a:t>
            </a:r>
            <a:r>
              <a:rPr lang="nl-NL" sz="1600" dirty="0"/>
              <a:t> </a:t>
            </a:r>
            <a:r>
              <a:rPr lang="nl-NL" sz="1600" dirty="0" err="1"/>
              <a:t>balance</a:t>
            </a:r>
            <a:r>
              <a:rPr lang="nl-NL" sz="1600" dirty="0"/>
              <a:t>, </a:t>
            </a:r>
            <a:r>
              <a:rPr lang="nl-NL" sz="1600" dirty="0" err="1"/>
              <a:t>electrolytes</a:t>
            </a:r>
            <a:r>
              <a:rPr lang="nl-NL" sz="1600" dirty="0"/>
              <a:t>,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blood</a:t>
            </a:r>
            <a:r>
              <a:rPr lang="nl-NL" sz="1600" dirty="0"/>
              <a:t> </a:t>
            </a:r>
            <a:r>
              <a:rPr lang="nl-NL" sz="1600" dirty="0" err="1"/>
              <a:t>pressure</a:t>
            </a:r>
            <a:endParaRPr lang="nl-NL" sz="1600" dirty="0"/>
          </a:p>
          <a:p>
            <a:pPr lvl="0" indent="0">
              <a:buNone/>
            </a:pPr>
            <a:endParaRPr lang="nl-NL" sz="1600" dirty="0"/>
          </a:p>
          <a:p>
            <a:pPr lvl="0"/>
            <a:r>
              <a:rPr lang="nl-NL" sz="1600" dirty="0" err="1"/>
              <a:t>Four</a:t>
            </a:r>
            <a:r>
              <a:rPr lang="nl-NL" sz="1600" dirty="0"/>
              <a:t> </a:t>
            </a:r>
            <a:r>
              <a:rPr lang="nl-NL" sz="1600" dirty="0" err="1"/>
              <a:t>processes</a:t>
            </a:r>
            <a:r>
              <a:rPr lang="nl-NL" sz="1600" dirty="0"/>
              <a:t>: </a:t>
            </a:r>
            <a:r>
              <a:rPr lang="nl-NL" sz="1600" dirty="0" err="1"/>
              <a:t>filtration</a:t>
            </a:r>
            <a:r>
              <a:rPr lang="nl-NL" sz="1600" dirty="0"/>
              <a:t>, </a:t>
            </a:r>
            <a:r>
              <a:rPr lang="nl-NL" sz="1600" dirty="0" err="1"/>
              <a:t>reabsorption</a:t>
            </a:r>
            <a:r>
              <a:rPr lang="nl-NL" sz="1600" dirty="0"/>
              <a:t>, </a:t>
            </a:r>
            <a:r>
              <a:rPr lang="nl-NL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secretion</a:t>
            </a:r>
            <a:r>
              <a:rPr lang="nl-NL" sz="1600" dirty="0"/>
              <a:t>, </a:t>
            </a:r>
            <a:r>
              <a:rPr lang="nl-NL" sz="1600" dirty="0" err="1"/>
              <a:t>excretion</a:t>
            </a:r>
            <a:endParaRPr lang="nl-NL" sz="1600" dirty="0"/>
          </a:p>
          <a:p>
            <a:pPr lvl="0" indent="0">
              <a:buNone/>
            </a:pPr>
            <a:endParaRPr lang="nl-NL" sz="1600" dirty="0"/>
          </a:p>
          <a:p>
            <a:pPr lvl="0"/>
            <a:r>
              <a:rPr lang="nl-NL" sz="1600" dirty="0" err="1"/>
              <a:t>Unfiltered</a:t>
            </a:r>
            <a:r>
              <a:rPr lang="nl-NL" sz="1600" dirty="0"/>
              <a:t> </a:t>
            </a:r>
            <a:r>
              <a:rPr lang="nl-NL" sz="1600" dirty="0" err="1"/>
              <a:t>blood</a:t>
            </a:r>
            <a:r>
              <a:rPr lang="nl-NL" sz="1600" dirty="0"/>
              <a:t> enters via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renal</a:t>
            </a:r>
            <a:r>
              <a:rPr lang="nl-NL" sz="1600" dirty="0"/>
              <a:t> </a:t>
            </a:r>
            <a:r>
              <a:rPr lang="nl-NL" sz="1600" dirty="0" err="1"/>
              <a:t>artery</a:t>
            </a:r>
            <a:endParaRPr lang="nl-NL" sz="1600" dirty="0"/>
          </a:p>
          <a:p>
            <a:pPr lvl="0" indent="0">
              <a:buNone/>
            </a:pPr>
            <a:endParaRPr lang="nl-NL" sz="1600" dirty="0"/>
          </a:p>
          <a:p>
            <a:pPr lvl="0"/>
            <a:r>
              <a:rPr lang="nl-NL" sz="1600" dirty="0" err="1"/>
              <a:t>Cleared</a:t>
            </a:r>
            <a:r>
              <a:rPr lang="nl-NL" sz="1600" dirty="0"/>
              <a:t> of waste </a:t>
            </a:r>
            <a:r>
              <a:rPr lang="nl-NL" sz="1600" dirty="0" err="1"/>
              <a:t>before</a:t>
            </a:r>
            <a:r>
              <a:rPr lang="nl-NL" sz="1600" dirty="0"/>
              <a:t> </a:t>
            </a:r>
            <a:r>
              <a:rPr lang="nl-NL" sz="1600" dirty="0" err="1"/>
              <a:t>it</a:t>
            </a:r>
            <a:r>
              <a:rPr lang="nl-NL" sz="1600" dirty="0"/>
              <a:t> </a:t>
            </a:r>
            <a:r>
              <a:rPr lang="nl-NL" sz="1600" dirty="0" err="1"/>
              <a:t>leaves</a:t>
            </a:r>
            <a:endParaRPr lang="nl-NL" sz="1600" dirty="0"/>
          </a:p>
          <a:p>
            <a:pPr indent="0">
              <a:buNone/>
            </a:pPr>
            <a:endParaRPr lang="nl-NL" dirty="0"/>
          </a:p>
        </p:txBody>
      </p:sp>
      <p:pic>
        <p:nvPicPr>
          <p:cNvPr id="5" name="Picture 4" descr="Kidney and nephron - Labeled - Media Asset - NIDDK">
            <a:extLst>
              <a:ext uri="{FF2B5EF4-FFF2-40B4-BE49-F238E27FC236}">
                <a16:creationId xmlns:a16="http://schemas.microsoft.com/office/drawing/2014/main" id="{AB8742A6-68D1-C7C5-F352-205B643BD2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008" y="1268760"/>
            <a:ext cx="4866088" cy="45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445257-8247-A74E-191C-A59C49C86FE9}"/>
              </a:ext>
            </a:extLst>
          </p:cNvPr>
          <p:cNvSpPr txBox="1"/>
          <p:nvPr/>
        </p:nvSpPr>
        <p:spPr>
          <a:xfrm>
            <a:off x="11568608" y="33265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</a:t>
            </a: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1377666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F077-862A-BF7A-299F-39C1FFDE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819013"/>
            <a:ext cx="11494243" cy="1055995"/>
          </a:xfrm>
        </p:spPr>
        <p:txBody>
          <a:bodyPr/>
          <a:lstStyle/>
          <a:p>
            <a:r>
              <a:rPr lang="nl-NL" dirty="0" err="1"/>
              <a:t>Polypharmacy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Kidney</a:t>
            </a:r>
            <a:r>
              <a:rPr lang="nl-NL" dirty="0"/>
              <a:t>: A Double-</a:t>
            </a:r>
            <a:r>
              <a:rPr lang="nl-NL" dirty="0" err="1"/>
              <a:t>Edged</a:t>
            </a:r>
            <a:r>
              <a:rPr lang="nl-NL" dirty="0"/>
              <a:t> </a:t>
            </a:r>
            <a:r>
              <a:rPr lang="nl-NL" dirty="0" err="1"/>
              <a:t>Sword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E0365-866D-2912-2BFD-13F1752FA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1875008"/>
            <a:ext cx="2669828" cy="3870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D25D85-A43D-3D35-6899-7025C1F15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808" y="2310967"/>
            <a:ext cx="2823408" cy="29182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9F122D-FDEA-CDE4-79CA-15B3E5D449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5" y="1753986"/>
            <a:ext cx="2823407" cy="38786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AE5885-6BC1-9D28-5E67-3453D275E445}"/>
              </a:ext>
            </a:extLst>
          </p:cNvPr>
          <p:cNvSpPr txBox="1"/>
          <p:nvPr/>
        </p:nvSpPr>
        <p:spPr>
          <a:xfrm>
            <a:off x="11622782" y="24455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</a:t>
            </a: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3687089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43950F-3640-CF21-D465-1DBBD1C54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1296971"/>
            <a:ext cx="9957619" cy="4710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A4A422-0F5A-821B-002C-B7A50B3A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Hypothesis</a:t>
            </a: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E52B3B-2B39-8726-AE32-F83B9C6E3556}"/>
              </a:ext>
            </a:extLst>
          </p:cNvPr>
          <p:cNvSpPr txBox="1"/>
          <p:nvPr/>
        </p:nvSpPr>
        <p:spPr>
          <a:xfrm flipH="1">
            <a:off x="11694218" y="260649"/>
            <a:ext cx="90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</a:t>
            </a: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163666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DB2C82-4D9E-7021-E870-5D20956D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6</a:t>
            </a:fld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6D7FC-BB87-FD86-4EF7-2A072DC092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1384" y="2564904"/>
            <a:ext cx="11422235" cy="3471639"/>
          </a:xfrm>
        </p:spPr>
        <p:txBody>
          <a:bodyPr/>
          <a:lstStyle/>
          <a:p>
            <a:pPr marL="270000" lvl="1" indent="0" algn="l">
              <a:buNone/>
            </a:pPr>
            <a:r>
              <a:rPr lang="nl-NL" sz="3600" dirty="0"/>
              <a:t>Does furosemide </a:t>
            </a:r>
            <a:r>
              <a:rPr lang="nl-NL" sz="3600" dirty="0" err="1"/>
              <a:t>interfere</a:t>
            </a:r>
            <a:r>
              <a:rPr lang="nl-NL" sz="3600" dirty="0"/>
              <a:t> </a:t>
            </a:r>
            <a:r>
              <a:rPr lang="nl-NL" sz="3600" dirty="0" err="1"/>
              <a:t>with</a:t>
            </a:r>
            <a:r>
              <a:rPr lang="nl-NL" sz="3600" dirty="0"/>
              <a:t> </a:t>
            </a:r>
            <a:r>
              <a:rPr lang="nl-NL" sz="3600" dirty="0" err="1"/>
              <a:t>uremic</a:t>
            </a:r>
            <a:r>
              <a:rPr lang="nl-NL" sz="3600" dirty="0"/>
              <a:t> </a:t>
            </a:r>
            <a:r>
              <a:rPr lang="nl-NL" sz="3600" dirty="0" err="1"/>
              <a:t>toxin</a:t>
            </a:r>
            <a:r>
              <a:rPr lang="nl-NL" sz="3600" dirty="0"/>
              <a:t> clearance </a:t>
            </a:r>
          </a:p>
          <a:p>
            <a:pPr marL="270000" lvl="1" indent="0" algn="l">
              <a:buNone/>
            </a:pPr>
            <a:r>
              <a:rPr lang="nl-NL" sz="3600" dirty="0" err="1"/>
              <a:t>through</a:t>
            </a:r>
            <a:r>
              <a:rPr lang="nl-NL" sz="3600" dirty="0"/>
              <a:t> OAT1 </a:t>
            </a:r>
            <a:r>
              <a:rPr lang="nl-NL" sz="3600" dirty="0" err="1"/>
              <a:t>competition</a:t>
            </a:r>
            <a:r>
              <a:rPr lang="nl-NL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721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49E2D-D4D3-C8AD-44CB-68388338F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4000" dirty="0"/>
              <a:t>A physiologically </a:t>
            </a:r>
            <a:r>
              <a:rPr lang="en-US" sz="4000" dirty="0"/>
              <a:t>based </a:t>
            </a:r>
            <a:r>
              <a:rPr lang="en-NL" sz="4000" dirty="0"/>
              <a:t> kidney model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D5FDC-AE88-579E-6406-B2AAB3F91B19}"/>
              </a:ext>
            </a:extLst>
          </p:cNvPr>
          <p:cNvSpPr txBox="1"/>
          <p:nvPr/>
        </p:nvSpPr>
        <p:spPr>
          <a:xfrm>
            <a:off x="3719736" y="6309320"/>
            <a:ext cx="7776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/>
              <a:t>Huang W et al. (2018) CPT</a:t>
            </a:r>
          </a:p>
          <a:p>
            <a:r>
              <a:rPr lang="nl-NL" sz="1200" dirty="0" err="1"/>
              <a:t>Pharmacometrics</a:t>
            </a:r>
            <a:r>
              <a:rPr lang="nl-NL" sz="1200" dirty="0"/>
              <a:t> </a:t>
            </a:r>
            <a:r>
              <a:rPr lang="nl-NL" sz="1200" dirty="0" err="1"/>
              <a:t>Syst</a:t>
            </a:r>
            <a:r>
              <a:rPr lang="nl-NL" sz="1200" dirty="0"/>
              <a:t>. </a:t>
            </a:r>
            <a:r>
              <a:rPr lang="nl-NL" sz="1200" dirty="0" err="1"/>
              <a:t>Pharmacol</a:t>
            </a:r>
            <a:endParaRPr lang="nl-NL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B1401-2110-3650-A0AE-8FAC81D12C36}"/>
              </a:ext>
            </a:extLst>
          </p:cNvPr>
          <p:cNvSpPr txBox="1"/>
          <p:nvPr/>
        </p:nvSpPr>
        <p:spPr>
          <a:xfrm>
            <a:off x="590481" y="3073683"/>
            <a:ext cx="27733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1" dirty="0">
                <a:solidFill>
                  <a:srgbClr val="355BD0"/>
                </a:solidFill>
              </a:rPr>
              <a:t>37 </a:t>
            </a:r>
            <a:r>
              <a:rPr lang="nl-NL" b="1" dirty="0" err="1">
                <a:solidFill>
                  <a:srgbClr val="355BD0"/>
                </a:solidFill>
              </a:rPr>
              <a:t>compartments</a:t>
            </a:r>
            <a:r>
              <a:rPr lang="nl-NL" b="1" dirty="0">
                <a:solidFill>
                  <a:srgbClr val="355BD0"/>
                </a:solidFill>
              </a:rPr>
              <a:t>, </a:t>
            </a:r>
          </a:p>
          <a:p>
            <a:endParaRPr lang="nl-NL" b="1" dirty="0">
              <a:solidFill>
                <a:srgbClr val="355BD0"/>
              </a:solidFill>
            </a:endParaRPr>
          </a:p>
          <a:p>
            <a:r>
              <a:rPr lang="nl-NL" b="1" dirty="0">
                <a:solidFill>
                  <a:srgbClr val="355BD0"/>
                </a:solidFill>
              </a:rPr>
              <a:t>142 </a:t>
            </a:r>
            <a:r>
              <a:rPr lang="nl-NL" b="1" dirty="0" err="1">
                <a:solidFill>
                  <a:srgbClr val="355BD0"/>
                </a:solidFill>
              </a:rPr>
              <a:t>coupled</a:t>
            </a:r>
            <a:r>
              <a:rPr lang="nl-NL" b="1" dirty="0">
                <a:solidFill>
                  <a:srgbClr val="355BD0"/>
                </a:solidFill>
              </a:rPr>
              <a:t> </a:t>
            </a:r>
            <a:r>
              <a:rPr lang="nl-NL" b="1" dirty="0" err="1">
                <a:solidFill>
                  <a:srgbClr val="355BD0"/>
                </a:solidFill>
              </a:rPr>
              <a:t>ordinary</a:t>
            </a:r>
            <a:r>
              <a:rPr lang="nl-NL" b="1" dirty="0">
                <a:solidFill>
                  <a:srgbClr val="355BD0"/>
                </a:solidFill>
              </a:rPr>
              <a:t> </a:t>
            </a:r>
            <a:r>
              <a:rPr lang="nl-NL" b="1" dirty="0" err="1">
                <a:solidFill>
                  <a:srgbClr val="355BD0"/>
                </a:solidFill>
              </a:rPr>
              <a:t>differential</a:t>
            </a:r>
            <a:r>
              <a:rPr lang="nl-NL" b="1" dirty="0">
                <a:solidFill>
                  <a:srgbClr val="355BD0"/>
                </a:solidFill>
              </a:rPr>
              <a:t> </a:t>
            </a:r>
            <a:r>
              <a:rPr lang="nl-NL" b="1" dirty="0" err="1">
                <a:solidFill>
                  <a:srgbClr val="355BD0"/>
                </a:solidFill>
              </a:rPr>
              <a:t>equations</a:t>
            </a:r>
            <a:endParaRPr lang="nl-NL" b="1" dirty="0">
              <a:solidFill>
                <a:srgbClr val="355BD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AE618-DEA2-B32A-3E78-6ABBA30DCEB1}"/>
              </a:ext>
            </a:extLst>
          </p:cNvPr>
          <p:cNvSpPr txBox="1"/>
          <p:nvPr/>
        </p:nvSpPr>
        <p:spPr>
          <a:xfrm>
            <a:off x="11594485" y="34368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7</a:t>
            </a:r>
            <a:endParaRPr lang="nl-NL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025F36-1265-2FC8-7296-CB1265553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614" y="1628800"/>
            <a:ext cx="7875684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55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AB749-4ED1-E580-82FD-7071C9F7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764704"/>
            <a:ext cx="10161587" cy="1055995"/>
          </a:xfrm>
        </p:spPr>
        <p:txBody>
          <a:bodyPr/>
          <a:lstStyle/>
          <a:p>
            <a:r>
              <a:rPr lang="nl-NL" sz="3600" dirty="0" err="1"/>
              <a:t>PBUTs</a:t>
            </a:r>
            <a:r>
              <a:rPr lang="nl-NL" sz="3600" dirty="0"/>
              <a:t> kinetics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B911B-592B-F735-BCA8-0EBEAE553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1412776"/>
            <a:ext cx="10225136" cy="486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FE14C4-180D-2AB8-3546-FD86B575FF8C}"/>
              </a:ext>
            </a:extLst>
          </p:cNvPr>
          <p:cNvSpPr txBox="1"/>
          <p:nvPr/>
        </p:nvSpPr>
        <p:spPr>
          <a:xfrm>
            <a:off x="11568608" y="33265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8</a:t>
            </a:r>
            <a:endParaRPr lang="nl-NL" sz="1200" dirty="0"/>
          </a:p>
        </p:txBody>
      </p:sp>
      <p:sp>
        <p:nvSpPr>
          <p:cNvPr id="6" name="Concentration footnote"/>
          <p:cNvSpPr txBox="1"/>
          <p:nvPr/>
        </p:nvSpPr>
        <p:spPr>
          <a:xfrm>
            <a:off x="480000" y="6380000"/>
            <a:ext cx="1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  <a:latin typeface="Calibri"/>
              </a:rPr>
              <a:t>All bars and literature ranges: TOTAL plasma (bound + unbound), not free. Model: C_plasma = C_blood / BP (IS 0.70, HA 0.84, pCS 0.55). OAT1 uses unbound plasma C_u = C_plasma × f_u,p (CKD-5: IS 0.10, HA 0.52, pCS 0.05).</a:t>
            </a:r>
          </a:p>
        </p:txBody>
      </p:sp>
    </p:spTree>
    <p:extLst>
      <p:ext uri="{BB962C8B-B14F-4D97-AF65-F5344CB8AC3E}">
        <p14:creationId xmlns:p14="http://schemas.microsoft.com/office/powerpoint/2010/main" val="3400150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EC9E-5920-504E-DF33-11160288B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87790"/>
            <a:ext cx="10161587" cy="1055995"/>
          </a:xfrm>
        </p:spPr>
        <p:txBody>
          <a:bodyPr>
            <a:normAutofit/>
          </a:bodyPr>
          <a:lstStyle/>
          <a:p>
            <a:r>
              <a:rPr lang="en-US" sz="4000" dirty="0"/>
              <a:t>Furosemide PK</a:t>
            </a:r>
            <a:endParaRPr lang="en-NL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39B2A9-DA94-8EBD-443A-ED2B80248CAF}"/>
              </a:ext>
            </a:extLst>
          </p:cNvPr>
          <p:cNvSpPr txBox="1"/>
          <p:nvPr/>
        </p:nvSpPr>
        <p:spPr>
          <a:xfrm>
            <a:off x="11424592" y="288539"/>
            <a:ext cx="6658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B6F15528-21DE-4FAA-801E-634DDDAF4B2B}" type="slidenum">
              <a:rPr lang="en-NL" sz="1200" smtClean="0"/>
              <a:pPr/>
              <a:t>9</a:t>
            </a:fld>
            <a:endParaRPr lang="en-NL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5E8FFC-8FDD-2950-1400-BD5142DEB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00110"/>
            <a:ext cx="4750720" cy="36239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C94244-6517-8C6E-D6F9-AC6B0F363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15" y="1700110"/>
            <a:ext cx="4680520" cy="3778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D0F051-3AB9-FB51-59D7-2599E08307DE}"/>
              </a:ext>
            </a:extLst>
          </p:cNvPr>
          <p:cNvSpPr txBox="1"/>
          <p:nvPr/>
        </p:nvSpPr>
        <p:spPr>
          <a:xfrm>
            <a:off x="6780076" y="184017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  <a:endParaRPr lang="nl-NL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076948-3887-A59F-781A-CB6476A7A74E}"/>
              </a:ext>
            </a:extLst>
          </p:cNvPr>
          <p:cNvSpPr/>
          <p:nvPr/>
        </p:nvSpPr>
        <p:spPr>
          <a:xfrm>
            <a:off x="6672064" y="1916832"/>
            <a:ext cx="216024" cy="2160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D46936-A007-281A-AC40-45001D9628C6}"/>
              </a:ext>
            </a:extLst>
          </p:cNvPr>
          <p:cNvSpPr/>
          <p:nvPr/>
        </p:nvSpPr>
        <p:spPr>
          <a:xfrm>
            <a:off x="3791744" y="2492896"/>
            <a:ext cx="108012" cy="1716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bg1"/>
              </a:solidFill>
              <a:highlight>
                <a:srgbClr val="FFFFFF"/>
              </a:highlight>
            </a:endParaRPr>
          </a:p>
        </p:txBody>
      </p:sp>
      <p:sp>
        <p:nvSpPr>
          <p:cNvPr id="11" name="Concentration footnote"/>
          <p:cNvSpPr txBox="1"/>
          <p:nvPr/>
        </p:nvSpPr>
        <p:spPr>
          <a:xfrm>
            <a:off x="480000" y="6380000"/>
            <a:ext cx="1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  <a:latin typeface="Calibri"/>
              </a:rPr>
              <a:t>Panel A is TOTAL BLOOD (ODE C_ven); the axis label 'plasma' is wrong. Total plasma = blood / 0.82. Unbound plasma = total plasma × f_u,p (healthy 0.02, CKD-5 0.05). Panel D CL_R = Ae / AUC(C_ven) is blood clearance; t½ is the same in blood or plasma.</a:t>
            </a:r>
          </a:p>
        </p:txBody>
      </p:sp>
    </p:spTree>
    <p:extLst>
      <p:ext uri="{BB962C8B-B14F-4D97-AF65-F5344CB8AC3E}">
        <p14:creationId xmlns:p14="http://schemas.microsoft.com/office/powerpoint/2010/main" val="273523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C213-87DA-2C8F-0C7D-93D882C1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Chronic dosing vs single IV dose</a:t>
            </a:r>
            <a:endParaRPr lang="nl-NL" dirty="0"/>
          </a:p>
        </p:txBody>
      </p:sp>
      <p:pic>
        <p:nvPicPr>
          <p:cNvPr id="5" name="Picture Acute vs Chronic" descr="acute_vs_chronic.png">
            <a:extLst>
              <a:ext uri="{FF2B5EF4-FFF2-40B4-BE49-F238E27FC236}">
                <a16:creationId xmlns:a16="http://schemas.microsoft.com/office/drawing/2014/main" id="{25E27C85-3F0C-FCF1-0867-DD77B35B2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592" y="1700808"/>
            <a:ext cx="6120680" cy="4488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49AEDE-A9EB-B971-121F-C6A7412C86AC}"/>
              </a:ext>
            </a:extLst>
          </p:cNvPr>
          <p:cNvSpPr txBox="1"/>
          <p:nvPr/>
        </p:nvSpPr>
        <p:spPr>
          <a:xfrm>
            <a:off x="11496600" y="404664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10</a:t>
            </a:r>
            <a:endParaRPr lang="nl-NL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7D9EA8-6B55-19CB-FA37-ABD90DB84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328" y="4077072"/>
            <a:ext cx="2274460" cy="1728192"/>
          </a:xfrm>
          <a:prstGeom prst="rect">
            <a:avLst/>
          </a:prstGeom>
        </p:spPr>
      </p:pic>
      <p:sp>
        <p:nvSpPr>
          <p:cNvPr id="7" name="Concentration footnote"/>
          <p:cNvSpPr txBox="1"/>
          <p:nvPr/>
        </p:nvSpPr>
        <p:spPr>
          <a:xfrm>
            <a:off x="480000" y="6380000"/>
            <a:ext cx="11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  <a:latin typeface="Calibri"/>
              </a:rPr>
              <a:t>% change in time-averaged TOTAL plasma vs no-drug CKD-5. Not a free-concentration plot. At constant f_u,p this % is identical for total, bound, and unbound. Chronic bars: TID 3×80 mg, 30 days (IS +28.1%, pCS +32.9%, HA +1.2%).</a:t>
            </a:r>
          </a:p>
        </p:txBody>
      </p:sp>
    </p:spTree>
    <p:extLst>
      <p:ext uri="{BB962C8B-B14F-4D97-AF65-F5344CB8AC3E}">
        <p14:creationId xmlns:p14="http://schemas.microsoft.com/office/powerpoint/2010/main" val="1912893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EC9E-5920-504E-DF33-11160288B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281116"/>
            <a:ext cx="10161587" cy="1055995"/>
          </a:xfrm>
        </p:spPr>
        <p:txBody>
          <a:bodyPr>
            <a:normAutofit/>
          </a:bodyPr>
          <a:lstStyle/>
          <a:p>
            <a:r>
              <a:rPr lang="en-US" sz="4000" dirty="0"/>
              <a:t>Clinical cohort matches c</a:t>
            </a:r>
            <a:r>
              <a:rPr lang="en-NL" sz="4000" dirty="0"/>
              <a:t>hronic oral dosing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39B2A9-DA94-8EBD-443A-ED2B80248CAF}"/>
              </a:ext>
            </a:extLst>
          </p:cNvPr>
          <p:cNvSpPr txBox="1"/>
          <p:nvPr/>
        </p:nvSpPr>
        <p:spPr>
          <a:xfrm>
            <a:off x="11352584" y="256902"/>
            <a:ext cx="9276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B6F15528-21DE-4FAA-801E-634DDDAF4B2B}" type="slidenum">
              <a:rPr lang="en-NL" sz="1200" smtClean="0"/>
              <a:pPr/>
              <a:t>11</a:t>
            </a:fld>
            <a:endParaRPr lang="en-NL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2E054-1CB2-4688-11F6-0D1A74237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00" y="1700808"/>
            <a:ext cx="6048672" cy="4273706"/>
          </a:xfrm>
          <a:prstGeom prst="rect">
            <a:avLst/>
          </a:prstGeom>
        </p:spPr>
      </p:pic>
      <p:sp>
        <p:nvSpPr>
          <p:cNvPr id="9" name="Concentration footnote"/>
          <p:cNvSpPr txBox="1"/>
          <p:nvPr/>
        </p:nvSpPr>
        <p:spPr>
          <a:xfrm>
            <a:off x="480000" y="6380000"/>
            <a:ext cx="11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  <a:latin typeface="Calibri"/>
              </a:rPr>
              <a:t>Indoxyl sulfate only: % change in time-averaged TOTAL plasma vs no-drug CKD-5 (Css = 28.16 mg/L plasma). Costes-Albrespic 2025 dashed line and grey band are the same total-plasma % (mean +31.9%, 95% CI 13.5–53.3). Unbound %Δ is the same at f_u,p = 0.10.</a:t>
            </a:r>
          </a:p>
        </p:txBody>
      </p:sp>
    </p:spTree>
    <p:extLst>
      <p:ext uri="{BB962C8B-B14F-4D97-AF65-F5344CB8AC3E}">
        <p14:creationId xmlns:p14="http://schemas.microsoft.com/office/powerpoint/2010/main" val="2813540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7716-05ED-79D3-8583-75711D88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1AF25-A18B-6255-8C22-AD6C3D61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600" dirty="0"/>
              <a:t>Dosing schedule matters, not just total dose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61A81-3311-659E-0106-7156D3AAF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2204864"/>
            <a:ext cx="7740751" cy="29967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751FC9-55EA-11D4-A53B-693B784C38A8}"/>
              </a:ext>
            </a:extLst>
          </p:cNvPr>
          <p:cNvSpPr txBox="1"/>
          <p:nvPr/>
        </p:nvSpPr>
        <p:spPr>
          <a:xfrm>
            <a:off x="11280576" y="462469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</a:t>
            </a:r>
            <a:endParaRPr lang="nl-NL" sz="1200" dirty="0"/>
          </a:p>
        </p:txBody>
      </p:sp>
      <p:sp>
        <p:nvSpPr>
          <p:cNvPr id="6" name="Concentration footnote"/>
          <p:cNvSpPr txBox="1"/>
          <p:nvPr/>
        </p:nvSpPr>
        <p:spPr>
          <a:xfrm>
            <a:off x="480000" y="6380000"/>
            <a:ext cx="11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  <a:latin typeface="Calibri"/>
              </a:rPr>
              <a:t>Y-axis 'plasma' is wrong: traces are TOTAL BLOOD C_ven (QD peak 16.6 mg/L, TID peak 7.17 mg/L). TOTAL plasma Cmax = blood / 0.82 → QD 20.3 mg/L, TID 8.75 mg/L. Unbound plasma = total plasma × 0.05 (CKD-5). OAT1 follows unbound, not the plotted peak.</a:t>
            </a:r>
          </a:p>
        </p:txBody>
      </p:sp>
    </p:spTree>
    <p:extLst>
      <p:ext uri="{BB962C8B-B14F-4D97-AF65-F5344CB8AC3E}">
        <p14:creationId xmlns:p14="http://schemas.microsoft.com/office/powerpoint/2010/main" val="3957369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4255-8127-4A18-2911-8A40A54E3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Summary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8C349-2FB1-5A7B-C550-735FADB56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60848"/>
            <a:ext cx="11391821" cy="31825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358E3C-020D-EB01-64FB-509A99132223}"/>
              </a:ext>
            </a:extLst>
          </p:cNvPr>
          <p:cNvSpPr txBox="1"/>
          <p:nvPr/>
        </p:nvSpPr>
        <p:spPr>
          <a:xfrm>
            <a:off x="11409770" y="412694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13</a:t>
            </a: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1128183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16A67D-BA48-267C-11C5-9DB97D92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sz="4000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061C1-3B98-CA20-61F0-FC294B9852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6413" y="3393645"/>
            <a:ext cx="3557587" cy="184666"/>
          </a:xfrm>
        </p:spPr>
        <p:txBody>
          <a:bodyPr>
            <a:normAutofit fontScale="70000" lnSpcReduction="20000"/>
          </a:bodyPr>
          <a:lstStyle/>
          <a:p>
            <a:r>
              <a:rPr lang="en-NL" sz="2000" dirty="0"/>
              <a:t>Questions &amp; discussion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760207-4E33-E961-BBCA-9E6F3D70B8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600" dirty="0"/>
              <a:t>Leyla.Noroozbabaee@maastrichtuniversity.nl</a:t>
            </a:r>
            <a:endParaRPr lang="nl-NL" sz="1600" dirty="0"/>
          </a:p>
        </p:txBody>
      </p:sp>
      <p:pic>
        <p:nvPicPr>
          <p:cNvPr id="8" name="Picture Placeholder 7" descr="A picture containing indoor, plastic, decorated, arranged">
            <a:extLst>
              <a:ext uri="{FF2B5EF4-FFF2-40B4-BE49-F238E27FC236}">
                <a16:creationId xmlns:a16="http://schemas.microsoft.com/office/drawing/2014/main" id="{9B107FC3-AB11-6207-20FC-D3787974EF9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8023" b="8023"/>
          <a:stretch>
            <a:fillRect/>
          </a:stretch>
        </p:blipFill>
        <p:spPr>
          <a:xfrm>
            <a:off x="4727848" y="925207"/>
            <a:ext cx="8774253" cy="4550385"/>
          </a:xfrm>
          <a:custGeom>
            <a:avLst/>
            <a:gdLst>
              <a:gd name="csX0" fmla="*/ 2151781 w 7099380"/>
              <a:gd name="csY0" fmla="*/ 1623 h 3681785"/>
              <a:gd name="csX1" fmla="*/ 3241693 w 7099380"/>
              <a:gd name="csY1" fmla="*/ 169633 h 3681785"/>
              <a:gd name="csX2" fmla="*/ 4519782 w 7099380"/>
              <a:gd name="csY2" fmla="*/ 488317 h 3681785"/>
              <a:gd name="csX3" fmla="*/ 5197149 w 7099380"/>
              <a:gd name="csY3" fmla="*/ 868577 h 3681785"/>
              <a:gd name="csX4" fmla="*/ 5702510 w 7099380"/>
              <a:gd name="csY4" fmla="*/ 1267309 h 3681785"/>
              <a:gd name="csX5" fmla="*/ 6331239 w 7099380"/>
              <a:gd name="csY5" fmla="*/ 1729942 h 3681785"/>
              <a:gd name="csX6" fmla="*/ 6902588 w 7099380"/>
              <a:gd name="csY6" fmla="*/ 2088720 h 3681785"/>
              <a:gd name="csX7" fmla="*/ 7091535 w 7099380"/>
              <a:gd name="csY7" fmla="*/ 2331462 h 3681785"/>
              <a:gd name="csX8" fmla="*/ 7079376 w 7099380"/>
              <a:gd name="csY8" fmla="*/ 2572972 h 3681785"/>
              <a:gd name="csX9" fmla="*/ 6874307 w 7099380"/>
              <a:gd name="csY9" fmla="*/ 2810651 h 3681785"/>
              <a:gd name="csX10" fmla="*/ 6593415 w 7099380"/>
              <a:gd name="csY10" fmla="*/ 2974715 h 3681785"/>
              <a:gd name="csX11" fmla="*/ 6001710 w 7099380"/>
              <a:gd name="csY11" fmla="*/ 3147125 h 3681785"/>
              <a:gd name="csX12" fmla="*/ 5259994 w 7099380"/>
              <a:gd name="csY12" fmla="*/ 3276842 h 3681785"/>
              <a:gd name="csX13" fmla="*/ 4669109 w 7099380"/>
              <a:gd name="csY13" fmla="*/ 3363458 h 3681785"/>
              <a:gd name="csX14" fmla="*/ 4059370 w 7099380"/>
              <a:gd name="csY14" fmla="*/ 3457873 h 3681785"/>
              <a:gd name="csX15" fmla="*/ 3560840 w 7099380"/>
              <a:gd name="csY15" fmla="*/ 3525332 h 3681785"/>
              <a:gd name="csX16" fmla="*/ 2573890 w 7099380"/>
              <a:gd name="csY16" fmla="*/ 3632336 h 3681785"/>
              <a:gd name="csX17" fmla="*/ 1911415 w 7099380"/>
              <a:gd name="csY17" fmla="*/ 3671880 h 3681785"/>
              <a:gd name="csX18" fmla="*/ 1911688 w 7099380"/>
              <a:gd name="csY18" fmla="*/ 3671607 h 3681785"/>
              <a:gd name="csX19" fmla="*/ 1911005 w 7099380"/>
              <a:gd name="csY19" fmla="*/ 3671607 h 3681785"/>
              <a:gd name="csX20" fmla="*/ 848641 w 7099380"/>
              <a:gd name="csY20" fmla="*/ 3541615 h 3681785"/>
              <a:gd name="csX21" fmla="*/ 525122 w 7099380"/>
              <a:gd name="csY21" fmla="*/ 3381930 h 3681785"/>
              <a:gd name="csX22" fmla="*/ 309944 w 7099380"/>
              <a:gd name="csY22" fmla="*/ 3085276 h 3681785"/>
              <a:gd name="csX23" fmla="*/ 173870 w 7099380"/>
              <a:gd name="csY23" fmla="*/ 2676008 h 3681785"/>
              <a:gd name="csX24" fmla="*/ 135752 w 7099380"/>
              <a:gd name="csY24" fmla="*/ 2456391 h 3681785"/>
              <a:gd name="csX25" fmla="*/ 16756 w 7099380"/>
              <a:gd name="csY25" fmla="*/ 1835030 h 3681785"/>
              <a:gd name="csX26" fmla="*/ 2547 w 7099380"/>
              <a:gd name="csY26" fmla="*/ 1451350 h 3681785"/>
              <a:gd name="csX27" fmla="*/ 83563 w 7099380"/>
              <a:gd name="csY27" fmla="*/ 1014442 h 3681785"/>
              <a:gd name="csX28" fmla="*/ 568294 w 7099380"/>
              <a:gd name="csY28" fmla="*/ 529915 h 3681785"/>
              <a:gd name="csX29" fmla="*/ 1285691 w 7099380"/>
              <a:gd name="csY29" fmla="*/ 176748 h 3681785"/>
              <a:gd name="csX30" fmla="*/ 2071808 w 7099380"/>
              <a:gd name="csY30" fmla="*/ 1738 h 3681785"/>
              <a:gd name="csX31" fmla="*/ 2151781 w 7099380"/>
              <a:gd name="csY31" fmla="*/ 1623 h 3681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7099380" h="3681785">
                <a:moveTo>
                  <a:pt x="2151781" y="1623"/>
                </a:moveTo>
                <a:cubicBezTo>
                  <a:pt x="2369595" y="16454"/>
                  <a:pt x="2796753" y="128925"/>
                  <a:pt x="3241693" y="169633"/>
                </a:cubicBezTo>
                <a:cubicBezTo>
                  <a:pt x="3750060" y="215745"/>
                  <a:pt x="4334524" y="446720"/>
                  <a:pt x="4519782" y="488317"/>
                </a:cubicBezTo>
                <a:cubicBezTo>
                  <a:pt x="4705040" y="530188"/>
                  <a:pt x="5073644" y="749533"/>
                  <a:pt x="5197149" y="868577"/>
                </a:cubicBezTo>
                <a:cubicBezTo>
                  <a:pt x="5320791" y="987896"/>
                  <a:pt x="5577638" y="1187262"/>
                  <a:pt x="5702510" y="1267309"/>
                </a:cubicBezTo>
                <a:cubicBezTo>
                  <a:pt x="5827381" y="1347493"/>
                  <a:pt x="6265251" y="1681093"/>
                  <a:pt x="6331239" y="1729942"/>
                </a:cubicBezTo>
                <a:cubicBezTo>
                  <a:pt x="6397500" y="1778518"/>
                  <a:pt x="6824714" y="2051638"/>
                  <a:pt x="6902588" y="2088720"/>
                </a:cubicBezTo>
                <a:cubicBezTo>
                  <a:pt x="6980462" y="2126075"/>
                  <a:pt x="7078146" y="2260445"/>
                  <a:pt x="7091535" y="2331462"/>
                </a:cubicBezTo>
                <a:cubicBezTo>
                  <a:pt x="7104924" y="2402888"/>
                  <a:pt x="7101371" y="2511808"/>
                  <a:pt x="7079376" y="2572972"/>
                </a:cubicBezTo>
                <a:cubicBezTo>
                  <a:pt x="7057380" y="2634274"/>
                  <a:pt x="6939066" y="2765634"/>
                  <a:pt x="6874307" y="2810651"/>
                </a:cubicBezTo>
                <a:cubicBezTo>
                  <a:pt x="6809549" y="2855670"/>
                  <a:pt x="6721019" y="2910129"/>
                  <a:pt x="6593415" y="2974715"/>
                </a:cubicBezTo>
                <a:cubicBezTo>
                  <a:pt x="6465948" y="3039163"/>
                  <a:pt x="6269760" y="3089245"/>
                  <a:pt x="6001710" y="3147125"/>
                </a:cubicBezTo>
                <a:cubicBezTo>
                  <a:pt x="5733932" y="3205005"/>
                  <a:pt x="5361230" y="3257959"/>
                  <a:pt x="5259994" y="3276842"/>
                </a:cubicBezTo>
                <a:cubicBezTo>
                  <a:pt x="5158758" y="3295725"/>
                  <a:pt x="4838519" y="3345670"/>
                  <a:pt x="4669109" y="3363458"/>
                </a:cubicBezTo>
                <a:cubicBezTo>
                  <a:pt x="4499426" y="3381383"/>
                  <a:pt x="4168940" y="3447748"/>
                  <a:pt x="4059370" y="3457873"/>
                </a:cubicBezTo>
                <a:cubicBezTo>
                  <a:pt x="3949799" y="3467862"/>
                  <a:pt x="3717954" y="3516438"/>
                  <a:pt x="3560840" y="3525332"/>
                </a:cubicBezTo>
                <a:cubicBezTo>
                  <a:pt x="3403589" y="3534226"/>
                  <a:pt x="2740567" y="3604284"/>
                  <a:pt x="2573890" y="3632336"/>
                </a:cubicBezTo>
                <a:cubicBezTo>
                  <a:pt x="2407212" y="3660386"/>
                  <a:pt x="2203237" y="3637809"/>
                  <a:pt x="1911415" y="3671880"/>
                </a:cubicBezTo>
                <a:lnTo>
                  <a:pt x="1911688" y="3671607"/>
                </a:lnTo>
                <a:lnTo>
                  <a:pt x="1911005" y="3671607"/>
                </a:lnTo>
                <a:cubicBezTo>
                  <a:pt x="1618773" y="3705815"/>
                  <a:pt x="1099477" y="3651629"/>
                  <a:pt x="848641" y="3541615"/>
                </a:cubicBezTo>
                <a:cubicBezTo>
                  <a:pt x="746721" y="3497008"/>
                  <a:pt x="580180" y="3433517"/>
                  <a:pt x="525122" y="3381930"/>
                </a:cubicBezTo>
                <a:cubicBezTo>
                  <a:pt x="469927" y="3330208"/>
                  <a:pt x="348061" y="3172029"/>
                  <a:pt x="309944" y="3085276"/>
                </a:cubicBezTo>
                <a:cubicBezTo>
                  <a:pt x="271827" y="2998524"/>
                  <a:pt x="190401" y="2726909"/>
                  <a:pt x="173870" y="2676008"/>
                </a:cubicBezTo>
                <a:cubicBezTo>
                  <a:pt x="157475" y="2625106"/>
                  <a:pt x="183433" y="2601571"/>
                  <a:pt x="135752" y="2456391"/>
                </a:cubicBezTo>
                <a:cubicBezTo>
                  <a:pt x="88072" y="2311621"/>
                  <a:pt x="24543" y="1940939"/>
                  <a:pt x="16756" y="1835030"/>
                </a:cubicBezTo>
                <a:cubicBezTo>
                  <a:pt x="8968" y="1729121"/>
                  <a:pt x="13750" y="1603235"/>
                  <a:pt x="2547" y="1451350"/>
                </a:cubicBezTo>
                <a:cubicBezTo>
                  <a:pt x="-8656" y="1299329"/>
                  <a:pt x="16892" y="1162632"/>
                  <a:pt x="83563" y="1014442"/>
                </a:cubicBezTo>
                <a:cubicBezTo>
                  <a:pt x="150234" y="866388"/>
                  <a:pt x="420197" y="638971"/>
                  <a:pt x="568294" y="529915"/>
                </a:cubicBezTo>
                <a:cubicBezTo>
                  <a:pt x="716391" y="420859"/>
                  <a:pt x="1090186" y="240239"/>
                  <a:pt x="1285691" y="176748"/>
                </a:cubicBezTo>
                <a:cubicBezTo>
                  <a:pt x="1481605" y="113257"/>
                  <a:pt x="1824251" y="28558"/>
                  <a:pt x="2071808" y="1738"/>
                </a:cubicBezTo>
                <a:cubicBezTo>
                  <a:pt x="2093821" y="-622"/>
                  <a:pt x="2120665" y="-496"/>
                  <a:pt x="2151781" y="1623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962738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84E5-C871-3AF3-9A97-42538734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600" dirty="0"/>
              <a:t>Dosing schedule matters, not just total dose</a:t>
            </a: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1369C4-1CEB-6A9A-6C47-A83F466F6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792" y="1412776"/>
            <a:ext cx="6840760" cy="5400012"/>
          </a:xfrm>
          <a:prstGeom prst="rect">
            <a:avLst/>
          </a:prstGeom>
        </p:spPr>
      </p:pic>
      <p:sp>
        <p:nvSpPr>
          <p:cNvPr id="10" name="Concentration footnote"/>
          <p:cNvSpPr txBox="1"/>
          <p:nvPr/>
        </p:nvSpPr>
        <p:spPr>
          <a:xfrm>
            <a:off x="480000" y="6380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  <a:latin typeface="Calibri"/>
              </a:rPr>
              <a:t>% change in time-averaged TOTAL plasma vs no-drug CKD-5 (same % for unbound at constant f_u,p). Same 240 mg/day: QD IS +24.6% / pCS +27.2%; TID 3×80 mg IS +28.1% / pCS +32.9%.</a:t>
            </a:r>
          </a:p>
        </p:txBody>
      </p:sp>
    </p:spTree>
    <p:extLst>
      <p:ext uri="{BB962C8B-B14F-4D97-AF65-F5344CB8AC3E}">
        <p14:creationId xmlns:p14="http://schemas.microsoft.com/office/powerpoint/2010/main" val="34109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DFD8-9614-3BAC-58B8-6CBAF4F56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Summary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47CF8F-BCE5-1159-2209-C5A1BA8A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16</a:t>
            </a:fld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B8329-0C8D-89A6-C739-869A60D8A7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1384" y="2333625"/>
            <a:ext cx="10116616" cy="3003550"/>
          </a:xfrm>
        </p:spPr>
        <p:txBody>
          <a:bodyPr/>
          <a:lstStyle/>
          <a:p>
            <a:pPr lvl="0" rtl="0"/>
            <a:r>
              <a:rPr lang="nl-NL" dirty="0" err="1"/>
              <a:t>Mechanistic</a:t>
            </a:r>
            <a:r>
              <a:rPr lang="nl-NL" dirty="0"/>
              <a:t> PBPK model of OAT1-mediated furosemide–</a:t>
            </a:r>
            <a:r>
              <a:rPr lang="nl-NL" dirty="0" err="1"/>
              <a:t>toxin</a:t>
            </a:r>
            <a:r>
              <a:rPr lang="nl-NL" dirty="0"/>
              <a:t> </a:t>
            </a:r>
            <a:r>
              <a:rPr lang="nl-NL" dirty="0" err="1"/>
              <a:t>competition</a:t>
            </a:r>
            <a:endParaRPr lang="nl-NL" dirty="0"/>
          </a:p>
          <a:p>
            <a:pPr lvl="0" indent="0" rtl="0">
              <a:buNone/>
            </a:pPr>
            <a:endParaRPr lang="nl-NL" dirty="0"/>
          </a:p>
          <a:p>
            <a:pPr lvl="0" rtl="0"/>
            <a:r>
              <a:rPr lang="nl-NL" dirty="0" err="1"/>
              <a:t>Validated</a:t>
            </a:r>
            <a:r>
              <a:rPr lang="nl-NL" dirty="0"/>
              <a:t> </a:t>
            </a:r>
            <a:r>
              <a:rPr lang="nl-NL" dirty="0" err="1"/>
              <a:t>against</a:t>
            </a:r>
            <a:r>
              <a:rPr lang="nl-NL" dirty="0"/>
              <a:t> independent </a:t>
            </a:r>
            <a:r>
              <a:rPr lang="nl-NL" dirty="0" err="1"/>
              <a:t>clinical</a:t>
            </a:r>
            <a:r>
              <a:rPr lang="nl-NL" dirty="0"/>
              <a:t> data</a:t>
            </a:r>
          </a:p>
          <a:p>
            <a:pPr lvl="0" indent="0" rtl="0">
              <a:buNone/>
            </a:pPr>
            <a:endParaRPr lang="nl-NL" dirty="0"/>
          </a:p>
          <a:p>
            <a:pPr lvl="0" rtl="0"/>
            <a:r>
              <a:rPr lang="nl-NL" dirty="0" err="1"/>
              <a:t>Dosing</a:t>
            </a:r>
            <a:r>
              <a:rPr lang="nl-NL" dirty="0"/>
              <a:t> </a:t>
            </a:r>
            <a:r>
              <a:rPr lang="nl-NL" dirty="0" err="1"/>
              <a:t>schedule</a:t>
            </a:r>
            <a:r>
              <a:rPr lang="nl-NL" dirty="0"/>
              <a:t> </a:t>
            </a:r>
            <a:r>
              <a:rPr lang="nl-NL" dirty="0" err="1"/>
              <a:t>independently</a:t>
            </a:r>
            <a:r>
              <a:rPr lang="nl-NL" dirty="0"/>
              <a:t> drives </a:t>
            </a:r>
            <a:r>
              <a:rPr lang="nl-NL" dirty="0" err="1"/>
              <a:t>toxin</a:t>
            </a:r>
            <a:r>
              <a:rPr lang="nl-NL" dirty="0"/>
              <a:t> exposure</a:t>
            </a:r>
          </a:p>
        </p:txBody>
      </p:sp>
    </p:spTree>
    <p:extLst>
      <p:ext uri="{BB962C8B-B14F-4D97-AF65-F5344CB8AC3E}">
        <p14:creationId xmlns:p14="http://schemas.microsoft.com/office/powerpoint/2010/main" val="3492341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D96A-F7C4-B87E-702E-9BC4B7001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nl-NL" dirty="0"/>
              <a:t>Next Steps</a:t>
            </a:r>
            <a:br>
              <a:rPr lang="nl-NL" dirty="0"/>
            </a:b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D315A5-FA1D-2DAD-565C-A4694173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NL" smtClean="0"/>
              <a:pPr/>
              <a:t>17</a:t>
            </a:fld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FE460-CC77-DB37-8BD0-4D8F4F5C07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6312" y="2204864"/>
            <a:ext cx="10161587" cy="3003550"/>
          </a:xfrm>
        </p:spPr>
        <p:txBody>
          <a:bodyPr/>
          <a:lstStyle/>
          <a:p>
            <a:r>
              <a:rPr lang="nl-NL" dirty="0" err="1"/>
              <a:t>Add</a:t>
            </a:r>
            <a:r>
              <a:rPr lang="nl-NL" dirty="0"/>
              <a:t> OAT3-mediated </a:t>
            </a:r>
            <a:r>
              <a:rPr lang="nl-NL" dirty="0" err="1"/>
              <a:t>secretion</a:t>
            </a:r>
            <a:br>
              <a:rPr lang="nl-NL" dirty="0"/>
            </a:br>
            <a:endParaRPr lang="nl-NL" dirty="0"/>
          </a:p>
          <a:p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inter-patient</a:t>
            </a:r>
            <a:r>
              <a:rPr lang="nl-NL" dirty="0"/>
              <a:t> </a:t>
            </a:r>
            <a:r>
              <a:rPr lang="nl-NL" dirty="0" err="1"/>
              <a:t>variability</a:t>
            </a:r>
            <a:br>
              <a:rPr lang="nl-NL" dirty="0"/>
            </a:br>
            <a:endParaRPr lang="nl-NL" dirty="0"/>
          </a:p>
          <a:p>
            <a:r>
              <a:rPr lang="nl-NL" dirty="0" err="1"/>
              <a:t>Extend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polypharmacy</a:t>
            </a:r>
            <a:br>
              <a:rPr lang="nl-NL" dirty="0"/>
            </a:b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11288098"/>
      </p:ext>
    </p:extLst>
  </p:cSld>
  <p:clrMapOvr>
    <a:masterClrMapping/>
  </p:clrMapOvr>
</p:sld>
</file>

<file path=ppt/theme/theme1.xml><?xml version="1.0" encoding="utf-8"?>
<a:theme xmlns:a="http://schemas.openxmlformats.org/drawingml/2006/main" name="24-columns - Cover">
  <a:themeElements>
    <a:clrScheme name="Maastricht University">
      <a:dk1>
        <a:srgbClr val="000830"/>
      </a:dk1>
      <a:lt1>
        <a:srgbClr val="FCFCFC"/>
      </a:lt1>
      <a:dk2>
        <a:srgbClr val="000830"/>
      </a:dk2>
      <a:lt2>
        <a:srgbClr val="BEDDF7"/>
      </a:lt2>
      <a:accent1>
        <a:srgbClr val="003438"/>
      </a:accent1>
      <a:accent2>
        <a:srgbClr val="BEDDF7"/>
      </a:accent2>
      <a:accent3>
        <a:srgbClr val="510702"/>
      </a:accent3>
      <a:accent4>
        <a:srgbClr val="F9C3B8"/>
      </a:accent4>
      <a:accent5>
        <a:srgbClr val="000830"/>
      </a:accent5>
      <a:accent6>
        <a:srgbClr val="F1E798"/>
      </a:accent6>
      <a:hlink>
        <a:srgbClr val="345BD0"/>
      </a:hlink>
      <a:folHlink>
        <a:srgbClr val="345BD0"/>
      </a:folHlink>
    </a:clrScheme>
    <a:fontScheme name="Office">
      <a:majorFont>
        <a:latin typeface="Aptos-Bold.ttf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ptos-regular.ttf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55BD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Staalblauw">
      <a:srgbClr val="000831"/>
    </a:custClr>
    <a:custClr name="Ossenbloedrood">
      <a:srgbClr val="640322"/>
    </a:custClr>
    <a:custClr name="Aardebruin">
      <a:srgbClr val="510702"/>
    </a:custClr>
    <a:custClr name="Nachtgroen">
      <a:srgbClr val="003538"/>
    </a:custClr>
    <a:custClr name="Houtskool">
      <a:srgbClr val="141414"/>
    </a:custClr>
    <a:custClr name="Kobaltblauw">
      <a:srgbClr val="355BD0"/>
    </a:custClr>
    <a:custClr name="Perzikkoranje">
      <a:srgbClr val="EA7C69"/>
    </a:custClr>
    <a:custClr name="Chocoladebruin">
      <a:srgbClr val="89361F"/>
    </a:custClr>
    <a:custClr name="Tealgroen">
      <a:srgbClr val="0F7564"/>
    </a:custClr>
    <a:custClr name="Blushroze">
      <a:srgbClr val="FFEDE9"/>
    </a:custClr>
    <a:custClr name="Zachtblauw">
      <a:srgbClr val="BEDDF7"/>
    </a:custClr>
    <a:custClr name="Zachtroze">
      <a:srgbClr val="F9C4B8"/>
    </a:custClr>
    <a:custClr name="Botergeel">
      <a:srgbClr val="F1E798"/>
    </a:custClr>
    <a:custClr name="Pistachegroen">
      <a:srgbClr val="D9FFD6"/>
    </a:custClr>
    <a:custClr name="Gebroken wit">
      <a:srgbClr val="FCFCFC"/>
    </a:custClr>
  </a:custClrLst>
  <a:extLst>
    <a:ext uri="{05A4C25C-085E-4340-85A3-A5531E510DB2}">
      <thm15:themeFamily xmlns:thm15="http://schemas.microsoft.com/office/thememl/2012/main" name="Presentatie3" id="{E9BE0508-A54F-3B47-8318-AB71D286CEEA}" vid="{DB6C7276-D83B-834D-85C3-66E082FC942C}"/>
    </a:ext>
  </a:extLst>
</a:theme>
</file>

<file path=ppt/theme/theme2.xml><?xml version="1.0" encoding="utf-8"?>
<a:theme xmlns:a="http://schemas.openxmlformats.org/drawingml/2006/main" name="24-columns - Light">
  <a:themeElements>
    <a:clrScheme name="Maastricht University">
      <a:dk1>
        <a:srgbClr val="000830"/>
      </a:dk1>
      <a:lt1>
        <a:srgbClr val="FCFCFC"/>
      </a:lt1>
      <a:dk2>
        <a:srgbClr val="000830"/>
      </a:dk2>
      <a:lt2>
        <a:srgbClr val="BEDDF7"/>
      </a:lt2>
      <a:accent1>
        <a:srgbClr val="003438"/>
      </a:accent1>
      <a:accent2>
        <a:srgbClr val="BEDDF7"/>
      </a:accent2>
      <a:accent3>
        <a:srgbClr val="510702"/>
      </a:accent3>
      <a:accent4>
        <a:srgbClr val="F9C3B8"/>
      </a:accent4>
      <a:accent5>
        <a:srgbClr val="000830"/>
      </a:accent5>
      <a:accent6>
        <a:srgbClr val="F1E798"/>
      </a:accent6>
      <a:hlink>
        <a:srgbClr val="345BD0"/>
      </a:hlink>
      <a:folHlink>
        <a:srgbClr val="345B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55BD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Staalblauw">
      <a:srgbClr val="000831"/>
    </a:custClr>
    <a:custClr name="Ossenbloedrood">
      <a:srgbClr val="640322"/>
    </a:custClr>
    <a:custClr name="Aardebruin">
      <a:srgbClr val="510702"/>
    </a:custClr>
    <a:custClr name="Nachtgroen">
      <a:srgbClr val="003538"/>
    </a:custClr>
    <a:custClr name="Houtskool">
      <a:srgbClr val="141414"/>
    </a:custClr>
    <a:custClr name="Kobaltblauw">
      <a:srgbClr val="355BD0"/>
    </a:custClr>
    <a:custClr name="Perzikkoranje">
      <a:srgbClr val="EA7C69"/>
    </a:custClr>
    <a:custClr name="Chocoladebruin">
      <a:srgbClr val="89361F"/>
    </a:custClr>
    <a:custClr name="Tealgroen">
      <a:srgbClr val="0F7564"/>
    </a:custClr>
    <a:custClr name="Blushroze">
      <a:srgbClr val="FFEDE9"/>
    </a:custClr>
    <a:custClr name="Zachtblauw">
      <a:srgbClr val="BEDDF7"/>
    </a:custClr>
    <a:custClr name="Zachtroze">
      <a:srgbClr val="F9C4B8"/>
    </a:custClr>
    <a:custClr name="Botergeel">
      <a:srgbClr val="F1E798"/>
    </a:custClr>
    <a:custClr name="Pistachegroen">
      <a:srgbClr val="D9FFD6"/>
    </a:custClr>
    <a:custClr name="Gebroken wit">
      <a:srgbClr val="FCFCFC"/>
    </a:custClr>
  </a:custClrLst>
  <a:extLst>
    <a:ext uri="{05A4C25C-085E-4340-85A3-A5531E510DB2}">
      <thm15:themeFamily xmlns:thm15="http://schemas.microsoft.com/office/thememl/2012/main" name="Presentatie3" id="{E9BE0508-A54F-3B47-8318-AB71D286CEEA}" vid="{7973D5AF-9343-E245-9DCF-1785D6CBD38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UM_PowerPoint Template_2026_fixed</Template>
  <TotalTime>9032</TotalTime>
  <Words>1715</Words>
  <Application>Microsoft Office PowerPoint</Application>
  <PresentationFormat>Widescreen</PresentationFormat>
  <Paragraphs>171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System Font Regular</vt:lpstr>
      <vt:lpstr>24-columns - Cover</vt:lpstr>
      <vt:lpstr>24-columns - Light</vt:lpstr>
      <vt:lpstr>A Mechanistic Kidney Physiologically-Based  PharmacoKinetic  (PBPK) Model to Quantify  Transporter-Mediated Furosemide-Toxin Interactions</vt:lpstr>
      <vt:lpstr>Connection to other projects </vt:lpstr>
      <vt:lpstr>Kidneys</vt:lpstr>
      <vt:lpstr>Polypharmacy and the Kidney: A Double-Edged Sword</vt:lpstr>
      <vt:lpstr>Hypothesis</vt:lpstr>
      <vt:lpstr>PowerPoint Presentation</vt:lpstr>
      <vt:lpstr>A physiologically based  kidney model</vt:lpstr>
      <vt:lpstr>PBUTs kinetics</vt:lpstr>
      <vt:lpstr>Furosemide PK</vt:lpstr>
      <vt:lpstr>Chronic dosing vs single IV dose</vt:lpstr>
      <vt:lpstr>Clinical cohort matches chronic oral dosing</vt:lpstr>
      <vt:lpstr>Dosing schedule matters, not just total dose</vt:lpstr>
      <vt:lpstr>Summary</vt:lpstr>
      <vt:lpstr>Thank you</vt:lpstr>
      <vt:lpstr>Dosing schedule matters, not just total dose</vt:lpstr>
      <vt:lpstr>Summary</vt:lpstr>
      <vt:lpstr>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Hendriks, Dionne (BU)</dc:creator>
  <cp:lastModifiedBy>Noroozbabaee, Leyla (MACSBIO)</cp:lastModifiedBy>
  <cp:revision>30</cp:revision>
  <dcterms:created xsi:type="dcterms:W3CDTF">2026-07-28T15:24:43Z</dcterms:created>
  <dcterms:modified xsi:type="dcterms:W3CDTF">2026-09-28T14:53:47Z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Creator">
    <vt:lpwstr>Adobe InDesign 21.2 (Macintosh)</vt:lpwstr>
  </property>
  <property fmtid="{D5CDD505-2E9C-101B-9397-08002B2CF9AE}" pid="4" name="LastSaved">
    <vt:filetime>2026-02-02T00:00:00Z</vt:filetime>
  </property>
  <property fmtid="{D5CDD505-2E9C-101B-9397-08002B2CF9AE}" pid="5" name="Producer">
    <vt:lpwstr>Adobe PDF Library 18.0</vt:lpwstr>
  </property>
</Properties>
</file>